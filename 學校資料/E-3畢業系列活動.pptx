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6A882-A775-4ADE-B238-6BCA50751D53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TW" altLang="en-US"/>
        </a:p>
      </dgm:t>
    </dgm:pt>
    <dgm:pt modelId="{1CCC534C-685E-4145-952F-912F52AC85F7}">
      <dgm:prSet phldrT="[文字]" custT="1"/>
      <dgm:spPr/>
      <dgm:t>
        <a:bodyPr/>
        <a:lstStyle/>
        <a:p>
          <a:r>
            <a:rPr lang="en-US" altLang="zh-TW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114</a:t>
          </a:r>
          <a:r>
            <a:rPr lang="zh-TW" altLang="en-US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80</a:t>
          </a:r>
          <a:r>
            <a:rPr lang="zh-TW" altLang="en-US" sz="24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</a:t>
          </a:r>
          <a:r>
            <a:rPr lang="zh-TW" altLang="en-US" sz="24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畢業系列活動</a:t>
          </a:r>
          <a:endParaRPr lang="zh-TW" altLang="en-US" sz="2400" dirty="0">
            <a:solidFill>
              <a:srgbClr val="FF000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10ACFB6-19CE-4A1F-8260-FBE0805E1EC4}" type="par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38ACBED-F13C-4916-9F7C-2E75EEC34667}" type="sibTrans" cxnId="{9D365AD5-3B57-46F2-98E8-BE3F5A17B20D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EE2EE45-72A1-4CBF-A67D-3CE80319D752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B03CDF0-0948-415E-8DCB-575F201AF911}" type="par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CBA05D9-1388-445C-97BF-B0BB71967C7B}" type="sibTrans" cxnId="{F5C287BB-C93A-414A-BE80-F809D93B523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1AA8686-22DC-46D3-B894-C68496DB9F6C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059B41E-368C-487F-9339-4051E535CDA6}" type="par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7DDFBCE-92BC-474A-B07C-621EBA3279E5}" type="sibTrans" cxnId="{DE64B537-4042-43FF-B256-12BD7F1AC007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31EA543-B058-43F3-A644-3BBC63B04CFB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682B04A-5BB7-4A6A-A2F1-ACADA2D4BC5B}" type="par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53F53006-1EC5-40D9-BA57-E05F8B51DF23}" type="sibTrans" cxnId="{13728A95-F373-47EE-929B-9E3173793CC4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D116CB7-F72E-443C-9661-9757D24FAF01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E723B4-1D18-4537-A247-C879D659932A}" type="par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4A46B1DB-50A4-4F40-8177-AD6ADD55C6BE}" type="sibTrans" cxnId="{6565A7CE-C3C1-44DE-A836-CDD6B5352CD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6A892B-F156-43F8-B207-B2F10D84D506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B21B57-9258-4935-9453-564CFC0E9FC3}" type="par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EB51C0CA-6D78-41F2-8445-2F7D55663317}" type="sibTrans" cxnId="{3833C06A-06BF-4D77-9EB8-97E50CBE8E7F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4F2D70F-7DC4-4635-89E5-44F1E9CD37A0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2A74C6A4-CE95-4AE0-A334-7AF88E13256F}" type="par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9A87C45D-3E0E-4EA1-989E-5960A87E4979}" type="sibTrans" cxnId="{1A0CDDE0-D192-43F9-8FA6-718862EC8B6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C8CACED-8683-4A31-82BE-651AA2123F49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61A6B57-7119-4941-B046-7C0007F0B2DC}" type="par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B739E0-21B9-4C18-A354-F3542D0FDBA8}" type="sibTrans" cxnId="{E195B54E-44FF-4E91-8478-3AD0D68E84B1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4D8F555-CACB-4D67-95BF-AB7D0C553D18}">
      <dgm:prSet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A226054-7D5D-48CF-9DCA-1CF6435B3F65}" type="par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097682E8-4DFE-4C61-9E9C-3A3DF143B0B9}" type="sibTrans" cxnId="{A778A0D8-DFD2-4433-98B2-5AE29B4BAC32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DDA2BB1-A5A2-4F20-B9D2-EBC123C7CE4F}">
      <dgm:prSet custT="1"/>
      <dgm:spPr/>
      <dgm:t>
        <a:bodyPr/>
        <a:lstStyle/>
        <a:p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6581E49-2F94-4A1E-9D8B-C1522FE92F20}" type="par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F7BBA77B-9F73-44EC-81F7-086BBACC56FC}" type="sibTrans" cxnId="{66691CCE-CBA0-465F-BDF6-6F320F0AB1F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200639E-8E1F-41F1-B447-BC6B0A1992ED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dirty="0" smtClean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1799892D-768A-484C-9A0A-8A4A2D3140AE}" type="par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8FC90BC9-D25F-49E3-A6D5-5EB183D20C93}" type="sibTrans" cxnId="{6318A2C8-7E74-4C3B-A73A-5DDF09C402EE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FC8159F-4980-4C2B-BDDB-903660A9C346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C045AF2C-71C0-424D-9AED-5A654C1D68B0}" type="par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17200EF-E48A-4676-BE3E-A5B12D1D0F8B}" type="sibTrans" cxnId="{EF4BA246-B776-4191-A825-C8EA9FC09995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6DE8F9AD-BB56-4DF6-9234-2225FE0B7F1D}">
      <dgm:prSet phldrT="[文字]" custT="1"/>
      <dgm:spPr/>
      <dgm:t>
        <a:bodyPr/>
        <a:lstStyle/>
        <a:p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dirty="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BD11F3CA-F306-491E-BFEE-9C365403B86B}" type="par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75642556-A39C-4861-89CE-CB33C7F75BD9}" type="sibTrans" cxnId="{DE02D704-4E14-4734-93D2-560F022C95BC}">
      <dgm:prSet/>
      <dgm:spPr/>
      <dgm:t>
        <a:bodyPr/>
        <a:lstStyle/>
        <a:p>
          <a:endParaRPr lang="zh-TW" altLang="en-US" sz="2400">
            <a:latin typeface="標楷體" panose="03000509000000000000" pitchFamily="65" charset="-120"/>
            <a:ea typeface="標楷體" panose="03000509000000000000" pitchFamily="65" charset="-120"/>
          </a:endParaRPr>
        </a:p>
      </dgm:t>
    </dgm:pt>
    <dgm:pt modelId="{D7372781-4F46-4A9F-B0C3-1ABAD1B41457}" type="pres">
      <dgm:prSet presAssocID="{38E6A882-A775-4ADE-B238-6BCA50751D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7BCD0D49-EF7A-4D52-8AF8-807D58596A06}" type="pres">
      <dgm:prSet presAssocID="{1CCC534C-685E-4145-952F-912F52AC85F7}" presName="hierRoot1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5D7396A1-00FC-44DE-AB4F-532B06BE55B1}" type="pres">
      <dgm:prSet presAssocID="{1CCC534C-685E-4145-952F-912F52AC85F7}" presName="rootComposite1" presStyleCnt="0"/>
      <dgm:spPr/>
      <dgm:t>
        <a:bodyPr/>
        <a:lstStyle/>
        <a:p>
          <a:endParaRPr lang="zh-TW" altLang="en-US"/>
        </a:p>
      </dgm:t>
    </dgm:pt>
    <dgm:pt modelId="{6D5546C9-762A-4FE1-AC11-262722D06F9B}" type="pres">
      <dgm:prSet presAssocID="{1CCC534C-685E-4145-952F-912F52AC85F7}" presName="rootText1" presStyleLbl="node0" presStyleIdx="0" presStyleCnt="1" custScaleX="305754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6401DAF-A9BE-48FB-A3A7-E43BA7132C3A}" type="pres">
      <dgm:prSet presAssocID="{1CCC534C-685E-4145-952F-912F52AC85F7}" presName="rootConnector1" presStyleLbl="node1" presStyleIdx="0" presStyleCnt="0"/>
      <dgm:spPr/>
      <dgm:t>
        <a:bodyPr/>
        <a:lstStyle/>
        <a:p>
          <a:endParaRPr lang="zh-TW" altLang="en-US"/>
        </a:p>
      </dgm:t>
    </dgm:pt>
    <dgm:pt modelId="{479C9BFE-F983-46A7-B266-F62D2E9285DB}" type="pres">
      <dgm:prSet presAssocID="{1CCC534C-685E-4145-952F-912F52AC85F7}" presName="hierChild2" presStyleCnt="0"/>
      <dgm:spPr/>
      <dgm:t>
        <a:bodyPr/>
        <a:lstStyle/>
        <a:p>
          <a:endParaRPr lang="zh-TW" altLang="en-US"/>
        </a:p>
      </dgm:t>
    </dgm:pt>
    <dgm:pt modelId="{2F63092F-0EB8-4DCF-B9AF-B39CACD9C55C}" type="pres">
      <dgm:prSet presAssocID="{8FE723B4-1D18-4537-A247-C879D659932A}" presName="Name37" presStyleLbl="parChTrans1D2" presStyleIdx="0" presStyleCnt="3"/>
      <dgm:spPr/>
      <dgm:t>
        <a:bodyPr/>
        <a:lstStyle/>
        <a:p>
          <a:endParaRPr lang="zh-TW" altLang="en-US"/>
        </a:p>
      </dgm:t>
    </dgm:pt>
    <dgm:pt modelId="{D3E27333-D967-41C3-8C94-D8A6067236AE}" type="pres">
      <dgm:prSet presAssocID="{9D116CB7-F72E-443C-9661-9757D24FAF01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9325083-B7AD-4AA4-A928-C35F858C51A4}" type="pres">
      <dgm:prSet presAssocID="{9D116CB7-F72E-443C-9661-9757D24FAF01}" presName="rootComposite" presStyleCnt="0"/>
      <dgm:spPr/>
      <dgm:t>
        <a:bodyPr/>
        <a:lstStyle/>
        <a:p>
          <a:endParaRPr lang="zh-TW" altLang="en-US"/>
        </a:p>
      </dgm:t>
    </dgm:pt>
    <dgm:pt modelId="{BFD445FC-768E-42C4-AED6-CEB380128C52}" type="pres">
      <dgm:prSet presAssocID="{9D116CB7-F72E-443C-9661-9757D24FAF01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E5175DD-3566-4D72-936B-EF3A9DC6C606}" type="pres">
      <dgm:prSet presAssocID="{9D116CB7-F72E-443C-9661-9757D24FAF01}" presName="rootConnector" presStyleLbl="node2" presStyleIdx="0" presStyleCnt="3"/>
      <dgm:spPr/>
      <dgm:t>
        <a:bodyPr/>
        <a:lstStyle/>
        <a:p>
          <a:endParaRPr lang="zh-TW" altLang="en-US"/>
        </a:p>
      </dgm:t>
    </dgm:pt>
    <dgm:pt modelId="{60892F9A-A798-43E8-8C50-09C785D58228}" type="pres">
      <dgm:prSet presAssocID="{9D116CB7-F72E-443C-9661-9757D24FAF01}" presName="hierChild4" presStyleCnt="0"/>
      <dgm:spPr/>
      <dgm:t>
        <a:bodyPr/>
        <a:lstStyle/>
        <a:p>
          <a:endParaRPr lang="zh-TW" altLang="en-US"/>
        </a:p>
      </dgm:t>
    </dgm:pt>
    <dgm:pt modelId="{C2A575F5-FDA1-4EFC-AAC9-6BACB7A5772E}" type="pres">
      <dgm:prSet presAssocID="{1B03CDF0-0948-415E-8DCB-575F201AF911}" presName="Name37" presStyleLbl="parChTrans1D3" presStyleIdx="0" presStyleCnt="7"/>
      <dgm:spPr/>
      <dgm:t>
        <a:bodyPr/>
        <a:lstStyle/>
        <a:p>
          <a:endParaRPr lang="zh-TW" altLang="en-US"/>
        </a:p>
      </dgm:t>
    </dgm:pt>
    <dgm:pt modelId="{83EB8EFC-90B9-4C98-8AD2-510540E96888}" type="pres">
      <dgm:prSet presAssocID="{9EE2EE45-72A1-4CBF-A67D-3CE80319D752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8996DC6-54B9-4729-89CB-7DB3F5018981}" type="pres">
      <dgm:prSet presAssocID="{9EE2EE45-72A1-4CBF-A67D-3CE80319D752}" presName="rootComposite" presStyleCnt="0"/>
      <dgm:spPr/>
      <dgm:t>
        <a:bodyPr/>
        <a:lstStyle/>
        <a:p>
          <a:endParaRPr lang="zh-TW" altLang="en-US"/>
        </a:p>
      </dgm:t>
    </dgm:pt>
    <dgm:pt modelId="{D629A831-EB18-4D3F-807A-AF6C3182A807}" type="pres">
      <dgm:prSet presAssocID="{9EE2EE45-72A1-4CBF-A67D-3CE80319D752}" presName="rootText" presStyleLbl="node3" presStyleIdx="0" presStyleCnt="7" custScaleX="98339" custScaleY="123486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D945125-2384-4E34-83A9-8616BA6C8E89}" type="pres">
      <dgm:prSet presAssocID="{9EE2EE45-72A1-4CBF-A67D-3CE80319D752}" presName="rootConnector" presStyleLbl="node3" presStyleIdx="0" presStyleCnt="7"/>
      <dgm:spPr/>
      <dgm:t>
        <a:bodyPr/>
        <a:lstStyle/>
        <a:p>
          <a:endParaRPr lang="zh-TW" altLang="en-US"/>
        </a:p>
      </dgm:t>
    </dgm:pt>
    <dgm:pt modelId="{5EF760CD-1818-4A30-BA8E-6A1C8CB7BDEA}" type="pres">
      <dgm:prSet presAssocID="{9EE2EE45-72A1-4CBF-A67D-3CE80319D752}" presName="hierChild4" presStyleCnt="0"/>
      <dgm:spPr/>
      <dgm:t>
        <a:bodyPr/>
        <a:lstStyle/>
        <a:p>
          <a:endParaRPr lang="zh-TW" altLang="en-US"/>
        </a:p>
      </dgm:t>
    </dgm:pt>
    <dgm:pt modelId="{E4DEF249-6D29-4E2A-AB67-6B82A1A9DE63}" type="pres">
      <dgm:prSet presAssocID="{9EE2EE45-72A1-4CBF-A67D-3CE80319D752}" presName="hierChild5" presStyleCnt="0"/>
      <dgm:spPr/>
      <dgm:t>
        <a:bodyPr/>
        <a:lstStyle/>
        <a:p>
          <a:endParaRPr lang="zh-TW" altLang="en-US"/>
        </a:p>
      </dgm:t>
    </dgm:pt>
    <dgm:pt modelId="{93E46DD2-A4C4-4524-A0AC-6FFB8B475CF6}" type="pres">
      <dgm:prSet presAssocID="{6FB21B57-9258-4935-9453-564CFC0E9FC3}" presName="Name37" presStyleLbl="parChTrans1D3" presStyleIdx="1" presStyleCnt="7"/>
      <dgm:spPr/>
      <dgm:t>
        <a:bodyPr/>
        <a:lstStyle/>
        <a:p>
          <a:endParaRPr lang="zh-TW" altLang="en-US"/>
        </a:p>
      </dgm:t>
    </dgm:pt>
    <dgm:pt modelId="{8FFF9051-4BDF-486E-A996-70B57B423514}" type="pres">
      <dgm:prSet presAssocID="{8F6A892B-F156-43F8-B207-B2F10D84D506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49D33209-1DC6-46C7-94A2-20A358CE1AA6}" type="pres">
      <dgm:prSet presAssocID="{8F6A892B-F156-43F8-B207-B2F10D84D506}" presName="rootComposite" presStyleCnt="0"/>
      <dgm:spPr/>
      <dgm:t>
        <a:bodyPr/>
        <a:lstStyle/>
        <a:p>
          <a:endParaRPr lang="zh-TW" altLang="en-US"/>
        </a:p>
      </dgm:t>
    </dgm:pt>
    <dgm:pt modelId="{A23A745F-EC6A-4703-849C-70DF534FADE7}" type="pres">
      <dgm:prSet presAssocID="{8F6A892B-F156-43F8-B207-B2F10D84D506}" presName="rootText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59AFE44-2233-4A78-97C7-BF1FE00CAF07}" type="pres">
      <dgm:prSet presAssocID="{8F6A892B-F156-43F8-B207-B2F10D84D506}" presName="rootConnector" presStyleLbl="node3" presStyleIdx="1" presStyleCnt="7"/>
      <dgm:spPr/>
      <dgm:t>
        <a:bodyPr/>
        <a:lstStyle/>
        <a:p>
          <a:endParaRPr lang="zh-TW" altLang="en-US"/>
        </a:p>
      </dgm:t>
    </dgm:pt>
    <dgm:pt modelId="{85AABDDA-D529-4C37-BDF3-3113F87D9672}" type="pres">
      <dgm:prSet presAssocID="{8F6A892B-F156-43F8-B207-B2F10D84D506}" presName="hierChild4" presStyleCnt="0"/>
      <dgm:spPr/>
      <dgm:t>
        <a:bodyPr/>
        <a:lstStyle/>
        <a:p>
          <a:endParaRPr lang="zh-TW" altLang="en-US"/>
        </a:p>
      </dgm:t>
    </dgm:pt>
    <dgm:pt modelId="{6C46E9FF-DB1E-4B45-8266-09822079B0A1}" type="pres">
      <dgm:prSet presAssocID="{8F6A892B-F156-43F8-B207-B2F10D84D506}" presName="hierChild5" presStyleCnt="0"/>
      <dgm:spPr/>
      <dgm:t>
        <a:bodyPr/>
        <a:lstStyle/>
        <a:p>
          <a:endParaRPr lang="zh-TW" altLang="en-US"/>
        </a:p>
      </dgm:t>
    </dgm:pt>
    <dgm:pt modelId="{D2A8F76B-222B-4B95-91E1-52E38460ACDD}" type="pres">
      <dgm:prSet presAssocID="{2A74C6A4-CE95-4AE0-A334-7AF88E13256F}" presName="Name37" presStyleLbl="parChTrans1D3" presStyleIdx="2" presStyleCnt="7"/>
      <dgm:spPr/>
      <dgm:t>
        <a:bodyPr/>
        <a:lstStyle/>
        <a:p>
          <a:endParaRPr lang="zh-TW" altLang="en-US"/>
        </a:p>
      </dgm:t>
    </dgm:pt>
    <dgm:pt modelId="{8E961557-2D70-4B7E-AC09-A9E58252A828}" type="pres">
      <dgm:prSet presAssocID="{B4F2D70F-7DC4-4635-89E5-44F1E9CD37A0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255F4089-C0AD-460A-B7E9-DD16F3FC0B96}" type="pres">
      <dgm:prSet presAssocID="{B4F2D70F-7DC4-4635-89E5-44F1E9CD37A0}" presName="rootComposite" presStyleCnt="0"/>
      <dgm:spPr/>
      <dgm:t>
        <a:bodyPr/>
        <a:lstStyle/>
        <a:p>
          <a:endParaRPr lang="zh-TW" altLang="en-US"/>
        </a:p>
      </dgm:t>
    </dgm:pt>
    <dgm:pt modelId="{EF27381B-2AD3-4622-99B1-3513F88024C8}" type="pres">
      <dgm:prSet presAssocID="{B4F2D70F-7DC4-4635-89E5-44F1E9CD37A0}" presName="rootText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C66AA27-BD01-4A0B-AF20-889D930C5C05}" type="pres">
      <dgm:prSet presAssocID="{B4F2D70F-7DC4-4635-89E5-44F1E9CD37A0}" presName="rootConnector" presStyleLbl="node3" presStyleIdx="2" presStyleCnt="7"/>
      <dgm:spPr/>
      <dgm:t>
        <a:bodyPr/>
        <a:lstStyle/>
        <a:p>
          <a:endParaRPr lang="zh-TW" altLang="en-US"/>
        </a:p>
      </dgm:t>
    </dgm:pt>
    <dgm:pt modelId="{230EECF3-4F06-4C24-8BDC-C754A3085AD2}" type="pres">
      <dgm:prSet presAssocID="{B4F2D70F-7DC4-4635-89E5-44F1E9CD37A0}" presName="hierChild4" presStyleCnt="0"/>
      <dgm:spPr/>
      <dgm:t>
        <a:bodyPr/>
        <a:lstStyle/>
        <a:p>
          <a:endParaRPr lang="zh-TW" altLang="en-US"/>
        </a:p>
      </dgm:t>
    </dgm:pt>
    <dgm:pt modelId="{A5E3A2F1-32FA-4329-9E8A-3EACA3FC448C}" type="pres">
      <dgm:prSet presAssocID="{B4F2D70F-7DC4-4635-89E5-44F1E9CD37A0}" presName="hierChild5" presStyleCnt="0"/>
      <dgm:spPr/>
      <dgm:t>
        <a:bodyPr/>
        <a:lstStyle/>
        <a:p>
          <a:endParaRPr lang="zh-TW" altLang="en-US"/>
        </a:p>
      </dgm:t>
    </dgm:pt>
    <dgm:pt modelId="{2E0635CC-2A87-427E-80ED-32F5757BB817}" type="pres">
      <dgm:prSet presAssocID="{9D116CB7-F72E-443C-9661-9757D24FAF01}" presName="hierChild5" presStyleCnt="0"/>
      <dgm:spPr/>
      <dgm:t>
        <a:bodyPr/>
        <a:lstStyle/>
        <a:p>
          <a:endParaRPr lang="zh-TW" altLang="en-US"/>
        </a:p>
      </dgm:t>
    </dgm:pt>
    <dgm:pt modelId="{F5E2615A-7956-4A3A-9922-AA4675E42B53}" type="pres">
      <dgm:prSet presAssocID="{F682B04A-5BB7-4A6A-A2F1-ACADA2D4BC5B}" presName="Name37" presStyleLbl="parChTrans1D2" presStyleIdx="1" presStyleCnt="3"/>
      <dgm:spPr/>
      <dgm:t>
        <a:bodyPr/>
        <a:lstStyle/>
        <a:p>
          <a:endParaRPr lang="zh-TW" altLang="en-US"/>
        </a:p>
      </dgm:t>
    </dgm:pt>
    <dgm:pt modelId="{40BDE07C-6E25-4273-B9B7-21EF2ABCB458}" type="pres">
      <dgm:prSet presAssocID="{031EA543-B058-43F3-A644-3BBC63B04CFB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1FE5CE93-D53C-4A6F-91DF-E0F6D9B48694}" type="pres">
      <dgm:prSet presAssocID="{031EA543-B058-43F3-A644-3BBC63B04CFB}" presName="rootComposite" presStyleCnt="0"/>
      <dgm:spPr/>
      <dgm:t>
        <a:bodyPr/>
        <a:lstStyle/>
        <a:p>
          <a:endParaRPr lang="zh-TW" altLang="en-US"/>
        </a:p>
      </dgm:t>
    </dgm:pt>
    <dgm:pt modelId="{7A33AB25-7FDA-4C63-B07A-23EA4D1D8306}" type="pres">
      <dgm:prSet presAssocID="{031EA543-B058-43F3-A644-3BBC63B04CF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88DE35C2-6BC4-4BA7-B71B-0004CCF66FB4}" type="pres">
      <dgm:prSet presAssocID="{031EA543-B058-43F3-A644-3BBC63B04CFB}" presName="rootConnector" presStyleLbl="node2" presStyleIdx="1" presStyleCnt="3"/>
      <dgm:spPr/>
      <dgm:t>
        <a:bodyPr/>
        <a:lstStyle/>
        <a:p>
          <a:endParaRPr lang="zh-TW" altLang="en-US"/>
        </a:p>
      </dgm:t>
    </dgm:pt>
    <dgm:pt modelId="{C5079136-FDB4-4123-9919-1C09A5E711B6}" type="pres">
      <dgm:prSet presAssocID="{031EA543-B058-43F3-A644-3BBC63B04CFB}" presName="hierChild4" presStyleCnt="0"/>
      <dgm:spPr/>
      <dgm:t>
        <a:bodyPr/>
        <a:lstStyle/>
        <a:p>
          <a:endParaRPr lang="zh-TW" altLang="en-US"/>
        </a:p>
      </dgm:t>
    </dgm:pt>
    <dgm:pt modelId="{82DB1165-B243-4607-8669-0FEA4700A32A}" type="pres">
      <dgm:prSet presAssocID="{161A6B57-7119-4941-B046-7C0007F0B2DC}" presName="Name37" presStyleLbl="parChTrans1D3" presStyleIdx="3" presStyleCnt="7"/>
      <dgm:spPr/>
      <dgm:t>
        <a:bodyPr/>
        <a:lstStyle/>
        <a:p>
          <a:endParaRPr lang="zh-TW" altLang="en-US"/>
        </a:p>
      </dgm:t>
    </dgm:pt>
    <dgm:pt modelId="{3783A077-255C-44CD-A97D-54BCFAFF9497}" type="pres">
      <dgm:prSet presAssocID="{FC8CACED-8683-4A31-82BE-651AA2123F49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E61D8A28-EC8A-4E92-8EFC-383B0129FFE7}" type="pres">
      <dgm:prSet presAssocID="{FC8CACED-8683-4A31-82BE-651AA2123F49}" presName="rootComposite" presStyleCnt="0"/>
      <dgm:spPr/>
      <dgm:t>
        <a:bodyPr/>
        <a:lstStyle/>
        <a:p>
          <a:endParaRPr lang="zh-TW" altLang="en-US"/>
        </a:p>
      </dgm:t>
    </dgm:pt>
    <dgm:pt modelId="{DC3508BE-2FA2-4622-9018-3271ED75306A}" type="pres">
      <dgm:prSet presAssocID="{FC8CACED-8683-4A31-82BE-651AA2123F49}" presName="rootText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C74982F-4B23-4CF6-802C-21F411033129}" type="pres">
      <dgm:prSet presAssocID="{FC8CACED-8683-4A31-82BE-651AA2123F49}" presName="rootConnector" presStyleLbl="node3" presStyleIdx="3" presStyleCnt="7"/>
      <dgm:spPr/>
      <dgm:t>
        <a:bodyPr/>
        <a:lstStyle/>
        <a:p>
          <a:endParaRPr lang="zh-TW" altLang="en-US"/>
        </a:p>
      </dgm:t>
    </dgm:pt>
    <dgm:pt modelId="{11C7D3F5-2000-4638-B787-84BAE55C15EB}" type="pres">
      <dgm:prSet presAssocID="{FC8CACED-8683-4A31-82BE-651AA2123F49}" presName="hierChild4" presStyleCnt="0"/>
      <dgm:spPr/>
      <dgm:t>
        <a:bodyPr/>
        <a:lstStyle/>
        <a:p>
          <a:endParaRPr lang="zh-TW" altLang="en-US"/>
        </a:p>
      </dgm:t>
    </dgm:pt>
    <dgm:pt modelId="{32258A8C-D8F1-4F5D-9BEE-AF5D959D4865}" type="pres">
      <dgm:prSet presAssocID="{FC8CACED-8683-4A31-82BE-651AA2123F49}" presName="hierChild5" presStyleCnt="0"/>
      <dgm:spPr/>
      <dgm:t>
        <a:bodyPr/>
        <a:lstStyle/>
        <a:p>
          <a:endParaRPr lang="zh-TW" altLang="en-US"/>
        </a:p>
      </dgm:t>
    </dgm:pt>
    <dgm:pt modelId="{2AB64E25-09BA-4E1A-BFF7-A98552A16792}" type="pres">
      <dgm:prSet presAssocID="{FA226054-7D5D-48CF-9DCA-1CF6435B3F65}" presName="Name37" presStyleLbl="parChTrans1D3" presStyleIdx="4" presStyleCnt="7"/>
      <dgm:spPr/>
      <dgm:t>
        <a:bodyPr/>
        <a:lstStyle/>
        <a:p>
          <a:endParaRPr lang="zh-TW" altLang="en-US"/>
        </a:p>
      </dgm:t>
    </dgm:pt>
    <dgm:pt modelId="{5EAAEC2A-6C5A-4586-A0EA-5A1BE36E0863}" type="pres">
      <dgm:prSet presAssocID="{14D8F555-CACB-4D67-95BF-AB7D0C553D18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DA4A9AAD-6969-4A49-8EF7-77B4BF822363}" type="pres">
      <dgm:prSet presAssocID="{14D8F555-CACB-4D67-95BF-AB7D0C553D18}" presName="rootComposite" presStyleCnt="0"/>
      <dgm:spPr/>
      <dgm:t>
        <a:bodyPr/>
        <a:lstStyle/>
        <a:p>
          <a:endParaRPr lang="zh-TW" altLang="en-US"/>
        </a:p>
      </dgm:t>
    </dgm:pt>
    <dgm:pt modelId="{895D9BF1-9F19-4AE5-8DA9-85E57801A70B}" type="pres">
      <dgm:prSet presAssocID="{14D8F555-CACB-4D67-95BF-AB7D0C553D18}" presName="rootText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A30912A9-EE77-4131-84B3-0995AC435C11}" type="pres">
      <dgm:prSet presAssocID="{14D8F555-CACB-4D67-95BF-AB7D0C553D18}" presName="rootConnector" presStyleLbl="node3" presStyleIdx="4" presStyleCnt="7"/>
      <dgm:spPr/>
      <dgm:t>
        <a:bodyPr/>
        <a:lstStyle/>
        <a:p>
          <a:endParaRPr lang="zh-TW" altLang="en-US"/>
        </a:p>
      </dgm:t>
    </dgm:pt>
    <dgm:pt modelId="{DF17A299-A81B-4105-BDC4-D99B3CEDCA94}" type="pres">
      <dgm:prSet presAssocID="{14D8F555-CACB-4D67-95BF-AB7D0C553D18}" presName="hierChild4" presStyleCnt="0"/>
      <dgm:spPr/>
      <dgm:t>
        <a:bodyPr/>
        <a:lstStyle/>
        <a:p>
          <a:endParaRPr lang="zh-TW" altLang="en-US"/>
        </a:p>
      </dgm:t>
    </dgm:pt>
    <dgm:pt modelId="{BE500031-D0BA-401B-B0AA-A40E3D01CD15}" type="pres">
      <dgm:prSet presAssocID="{14D8F555-CACB-4D67-95BF-AB7D0C553D18}" presName="hierChild5" presStyleCnt="0"/>
      <dgm:spPr/>
      <dgm:t>
        <a:bodyPr/>
        <a:lstStyle/>
        <a:p>
          <a:endParaRPr lang="zh-TW" altLang="en-US"/>
        </a:p>
      </dgm:t>
    </dgm:pt>
    <dgm:pt modelId="{70DC0AD7-910A-4228-A438-E3951B305DBE}" type="pres">
      <dgm:prSet presAssocID="{86581E49-2F94-4A1E-9D8B-C1522FE92F20}" presName="Name37" presStyleLbl="parChTrans1D3" presStyleIdx="5" presStyleCnt="7"/>
      <dgm:spPr/>
      <dgm:t>
        <a:bodyPr/>
        <a:lstStyle/>
        <a:p>
          <a:endParaRPr lang="zh-TW" altLang="en-US"/>
        </a:p>
      </dgm:t>
    </dgm:pt>
    <dgm:pt modelId="{056680A3-982F-428C-9DC7-45F7CB8CED55}" type="pres">
      <dgm:prSet presAssocID="{7DDA2BB1-A5A2-4F20-B9D2-EBC123C7CE4F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0E3CE94A-BABF-49D7-AE83-30AB0AD37D38}" type="pres">
      <dgm:prSet presAssocID="{7DDA2BB1-A5A2-4F20-B9D2-EBC123C7CE4F}" presName="rootComposite" presStyleCnt="0"/>
      <dgm:spPr/>
      <dgm:t>
        <a:bodyPr/>
        <a:lstStyle/>
        <a:p>
          <a:endParaRPr lang="zh-TW" altLang="en-US"/>
        </a:p>
      </dgm:t>
    </dgm:pt>
    <dgm:pt modelId="{1F25320D-2620-4634-AB95-3F1BBC32A7C6}" type="pres">
      <dgm:prSet presAssocID="{7DDA2BB1-A5A2-4F20-B9D2-EBC123C7CE4F}" presName="rootText" presStyleLbl="node3" presStyleIdx="5" presStyleCnt="7" custScaleX="112320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D0E7C99D-00B5-4922-A7B2-65D1F1016DB4}" type="pres">
      <dgm:prSet presAssocID="{7DDA2BB1-A5A2-4F20-B9D2-EBC123C7CE4F}" presName="rootConnector" presStyleLbl="node3" presStyleIdx="5" presStyleCnt="7"/>
      <dgm:spPr/>
      <dgm:t>
        <a:bodyPr/>
        <a:lstStyle/>
        <a:p>
          <a:endParaRPr lang="zh-TW" altLang="en-US"/>
        </a:p>
      </dgm:t>
    </dgm:pt>
    <dgm:pt modelId="{524B1BD7-6D48-41F5-9935-7C7DC0C22073}" type="pres">
      <dgm:prSet presAssocID="{7DDA2BB1-A5A2-4F20-B9D2-EBC123C7CE4F}" presName="hierChild4" presStyleCnt="0"/>
      <dgm:spPr/>
      <dgm:t>
        <a:bodyPr/>
        <a:lstStyle/>
        <a:p>
          <a:endParaRPr lang="zh-TW" altLang="en-US"/>
        </a:p>
      </dgm:t>
    </dgm:pt>
    <dgm:pt modelId="{E14CF30E-8B57-40C4-91C9-3D0ED3BED43B}" type="pres">
      <dgm:prSet presAssocID="{7DDA2BB1-A5A2-4F20-B9D2-EBC123C7CE4F}" presName="hierChild5" presStyleCnt="0"/>
      <dgm:spPr/>
      <dgm:t>
        <a:bodyPr/>
        <a:lstStyle/>
        <a:p>
          <a:endParaRPr lang="zh-TW" altLang="en-US"/>
        </a:p>
      </dgm:t>
    </dgm:pt>
    <dgm:pt modelId="{EF8A645D-6EF6-434A-BD38-D9C8E3E58483}" type="pres">
      <dgm:prSet presAssocID="{031EA543-B058-43F3-A644-3BBC63B04CFB}" presName="hierChild5" presStyleCnt="0"/>
      <dgm:spPr/>
      <dgm:t>
        <a:bodyPr/>
        <a:lstStyle/>
        <a:p>
          <a:endParaRPr lang="zh-TW" altLang="en-US"/>
        </a:p>
      </dgm:t>
    </dgm:pt>
    <dgm:pt modelId="{4A3C68C2-C448-4848-98AF-B906860BF1C5}" type="pres">
      <dgm:prSet presAssocID="{2059B41E-368C-487F-9339-4051E535CDA6}" presName="Name37" presStyleLbl="parChTrans1D2" presStyleIdx="2" presStyleCnt="3"/>
      <dgm:spPr/>
      <dgm:t>
        <a:bodyPr/>
        <a:lstStyle/>
        <a:p>
          <a:endParaRPr lang="zh-TW" altLang="en-US"/>
        </a:p>
      </dgm:t>
    </dgm:pt>
    <dgm:pt modelId="{2D30FEA8-03BE-4F3A-A191-056A3D1A055A}" type="pres">
      <dgm:prSet presAssocID="{51AA8686-22DC-46D3-B894-C68496DB9F6C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F9EDF2CA-56A7-4949-8E6C-A20A408212DD}" type="pres">
      <dgm:prSet presAssocID="{51AA8686-22DC-46D3-B894-C68496DB9F6C}" presName="rootComposite" presStyleCnt="0"/>
      <dgm:spPr/>
      <dgm:t>
        <a:bodyPr/>
        <a:lstStyle/>
        <a:p>
          <a:endParaRPr lang="zh-TW" altLang="en-US"/>
        </a:p>
      </dgm:t>
    </dgm:pt>
    <dgm:pt modelId="{EEB7919D-FC92-4930-A757-89F134274D3B}" type="pres">
      <dgm:prSet presAssocID="{51AA8686-22DC-46D3-B894-C68496DB9F6C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5CEC2ED-5359-498F-A325-2C4D1D485E36}" type="pres">
      <dgm:prSet presAssocID="{51AA8686-22DC-46D3-B894-C68496DB9F6C}" presName="rootConnector" presStyleLbl="node2" presStyleIdx="2" presStyleCnt="3"/>
      <dgm:spPr/>
      <dgm:t>
        <a:bodyPr/>
        <a:lstStyle/>
        <a:p>
          <a:endParaRPr lang="zh-TW" altLang="en-US"/>
        </a:p>
      </dgm:t>
    </dgm:pt>
    <dgm:pt modelId="{DC1469ED-CCD9-4D29-985E-D4346D871A17}" type="pres">
      <dgm:prSet presAssocID="{51AA8686-22DC-46D3-B894-C68496DB9F6C}" presName="hierChild4" presStyleCnt="0"/>
      <dgm:spPr/>
      <dgm:t>
        <a:bodyPr/>
        <a:lstStyle/>
        <a:p>
          <a:endParaRPr lang="zh-TW" altLang="en-US"/>
        </a:p>
      </dgm:t>
    </dgm:pt>
    <dgm:pt modelId="{8A001989-6523-4AB9-AADC-4FA72C06A585}" type="pres">
      <dgm:prSet presAssocID="{1799892D-768A-484C-9A0A-8A4A2D3140AE}" presName="Name37" presStyleLbl="parChTrans1D3" presStyleIdx="6" presStyleCnt="7"/>
      <dgm:spPr/>
      <dgm:t>
        <a:bodyPr/>
        <a:lstStyle/>
        <a:p>
          <a:endParaRPr lang="zh-TW" altLang="en-US"/>
        </a:p>
      </dgm:t>
    </dgm:pt>
    <dgm:pt modelId="{AE09ABA8-1CAB-4ACE-9F9E-FBAC0E0A9A5C}" type="pres">
      <dgm:prSet presAssocID="{C200639E-8E1F-41F1-B447-BC6B0A1992ED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DAA14560-AFF9-43C3-81A9-485129530568}" type="pres">
      <dgm:prSet presAssocID="{C200639E-8E1F-41F1-B447-BC6B0A1992ED}" presName="rootComposite" presStyleCnt="0"/>
      <dgm:spPr/>
      <dgm:t>
        <a:bodyPr/>
        <a:lstStyle/>
        <a:p>
          <a:endParaRPr lang="zh-TW" altLang="en-US"/>
        </a:p>
      </dgm:t>
    </dgm:pt>
    <dgm:pt modelId="{74AEC6B7-B5F1-4B37-B0AF-7FAC5B4FD3A5}" type="pres">
      <dgm:prSet presAssocID="{C200639E-8E1F-41F1-B447-BC6B0A1992ED}" presName="rootText" presStyleLbl="node3" presStyleIdx="6" presStyleCnt="7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FF285149-B918-4BC1-B538-0D3166642766}" type="pres">
      <dgm:prSet presAssocID="{C200639E-8E1F-41F1-B447-BC6B0A1992ED}" presName="rootConnector" presStyleLbl="node3" presStyleIdx="6" presStyleCnt="7"/>
      <dgm:spPr/>
      <dgm:t>
        <a:bodyPr/>
        <a:lstStyle/>
        <a:p>
          <a:endParaRPr lang="zh-TW" altLang="en-US"/>
        </a:p>
      </dgm:t>
    </dgm:pt>
    <dgm:pt modelId="{5BE54BE1-FF00-488B-9E76-F6C9794C45AF}" type="pres">
      <dgm:prSet presAssocID="{C200639E-8E1F-41F1-B447-BC6B0A1992ED}" presName="hierChild4" presStyleCnt="0"/>
      <dgm:spPr/>
      <dgm:t>
        <a:bodyPr/>
        <a:lstStyle/>
        <a:p>
          <a:endParaRPr lang="zh-TW" altLang="en-US"/>
        </a:p>
      </dgm:t>
    </dgm:pt>
    <dgm:pt modelId="{C5E3F40D-D33E-4007-B5B3-721D02FB5E89}" type="pres">
      <dgm:prSet presAssocID="{C045AF2C-71C0-424D-9AED-5A654C1D68B0}" presName="Name37" presStyleLbl="parChTrans1D4" presStyleIdx="0" presStyleCnt="2"/>
      <dgm:spPr/>
      <dgm:t>
        <a:bodyPr/>
        <a:lstStyle/>
        <a:p>
          <a:endParaRPr lang="zh-TW" altLang="en-US"/>
        </a:p>
      </dgm:t>
    </dgm:pt>
    <dgm:pt modelId="{841BE4B6-9814-4BC5-BD8D-8F41CCFE4C6F}" type="pres">
      <dgm:prSet presAssocID="{6FC8159F-4980-4C2B-BDDB-903660A9C346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B51F4F14-60BC-4359-BC7A-6F310D48A7C8}" type="pres">
      <dgm:prSet presAssocID="{6FC8159F-4980-4C2B-BDDB-903660A9C346}" presName="rootComposite" presStyleCnt="0"/>
      <dgm:spPr/>
      <dgm:t>
        <a:bodyPr/>
        <a:lstStyle/>
        <a:p>
          <a:endParaRPr lang="zh-TW" altLang="en-US"/>
        </a:p>
      </dgm:t>
    </dgm:pt>
    <dgm:pt modelId="{81CABA1C-CB28-4657-86FF-CCD9FA1FFC44}" type="pres">
      <dgm:prSet presAssocID="{6FC8159F-4980-4C2B-BDDB-903660A9C346}" presName="rootText" presStyleLbl="node4" presStyleIdx="0" presStyleCnt="2" custScaleX="88393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BD66BD0-A2C1-4253-8DB9-282EEBBD49E9}" type="pres">
      <dgm:prSet presAssocID="{6FC8159F-4980-4C2B-BDDB-903660A9C346}" presName="rootConnector" presStyleLbl="node4" presStyleIdx="0" presStyleCnt="2"/>
      <dgm:spPr/>
      <dgm:t>
        <a:bodyPr/>
        <a:lstStyle/>
        <a:p>
          <a:endParaRPr lang="zh-TW" altLang="en-US"/>
        </a:p>
      </dgm:t>
    </dgm:pt>
    <dgm:pt modelId="{58460034-153F-4B46-A01D-F8E847383E41}" type="pres">
      <dgm:prSet presAssocID="{6FC8159F-4980-4C2B-BDDB-903660A9C346}" presName="hierChild4" presStyleCnt="0"/>
      <dgm:spPr/>
      <dgm:t>
        <a:bodyPr/>
        <a:lstStyle/>
        <a:p>
          <a:endParaRPr lang="zh-TW" altLang="en-US"/>
        </a:p>
      </dgm:t>
    </dgm:pt>
    <dgm:pt modelId="{750BF385-5E07-4056-AD5A-7ACA4B0EFA41}" type="pres">
      <dgm:prSet presAssocID="{6FC8159F-4980-4C2B-BDDB-903660A9C346}" presName="hierChild5" presStyleCnt="0"/>
      <dgm:spPr/>
      <dgm:t>
        <a:bodyPr/>
        <a:lstStyle/>
        <a:p>
          <a:endParaRPr lang="zh-TW" altLang="en-US"/>
        </a:p>
      </dgm:t>
    </dgm:pt>
    <dgm:pt modelId="{195A9CAF-2043-4C10-8CE1-5271F08E0C90}" type="pres">
      <dgm:prSet presAssocID="{BD11F3CA-F306-491E-BFEE-9C365403B86B}" presName="Name37" presStyleLbl="parChTrans1D4" presStyleIdx="1" presStyleCnt="2"/>
      <dgm:spPr/>
      <dgm:t>
        <a:bodyPr/>
        <a:lstStyle/>
        <a:p>
          <a:endParaRPr lang="zh-TW" altLang="en-US"/>
        </a:p>
      </dgm:t>
    </dgm:pt>
    <dgm:pt modelId="{03F9634B-4054-471B-B893-B08DA1E6F8FB}" type="pres">
      <dgm:prSet presAssocID="{6DE8F9AD-BB56-4DF6-9234-2225FE0B7F1D}" presName="hierRoot2" presStyleCnt="0">
        <dgm:presLayoutVars>
          <dgm:hierBranch val="init"/>
        </dgm:presLayoutVars>
      </dgm:prSet>
      <dgm:spPr/>
      <dgm:t>
        <a:bodyPr/>
        <a:lstStyle/>
        <a:p>
          <a:endParaRPr lang="zh-TW" altLang="en-US"/>
        </a:p>
      </dgm:t>
    </dgm:pt>
    <dgm:pt modelId="{2CC2F67C-584B-436C-87FD-5E1A8863621B}" type="pres">
      <dgm:prSet presAssocID="{6DE8F9AD-BB56-4DF6-9234-2225FE0B7F1D}" presName="rootComposite" presStyleCnt="0"/>
      <dgm:spPr/>
      <dgm:t>
        <a:bodyPr/>
        <a:lstStyle/>
        <a:p>
          <a:endParaRPr lang="zh-TW" altLang="en-US"/>
        </a:p>
      </dgm:t>
    </dgm:pt>
    <dgm:pt modelId="{3B808AE7-9D60-45FB-A448-179F57C2E3D7}" type="pres">
      <dgm:prSet presAssocID="{6DE8F9AD-BB56-4DF6-9234-2225FE0B7F1D}" presName="rootText" presStyleLbl="node4" presStyleIdx="1" presStyleCnt="2" custScaleX="14845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38D159C-38B9-453C-A5B7-9E44B3D255E7}" type="pres">
      <dgm:prSet presAssocID="{6DE8F9AD-BB56-4DF6-9234-2225FE0B7F1D}" presName="rootConnector" presStyleLbl="node4" presStyleIdx="1" presStyleCnt="2"/>
      <dgm:spPr/>
      <dgm:t>
        <a:bodyPr/>
        <a:lstStyle/>
        <a:p>
          <a:endParaRPr lang="zh-TW" altLang="en-US"/>
        </a:p>
      </dgm:t>
    </dgm:pt>
    <dgm:pt modelId="{13D8F16D-35FB-4028-AAC0-2EDA4DE458DC}" type="pres">
      <dgm:prSet presAssocID="{6DE8F9AD-BB56-4DF6-9234-2225FE0B7F1D}" presName="hierChild4" presStyleCnt="0"/>
      <dgm:spPr/>
      <dgm:t>
        <a:bodyPr/>
        <a:lstStyle/>
        <a:p>
          <a:endParaRPr lang="zh-TW" altLang="en-US"/>
        </a:p>
      </dgm:t>
    </dgm:pt>
    <dgm:pt modelId="{ECEFC060-EE83-4049-8667-B0E2ED09A338}" type="pres">
      <dgm:prSet presAssocID="{6DE8F9AD-BB56-4DF6-9234-2225FE0B7F1D}" presName="hierChild5" presStyleCnt="0"/>
      <dgm:spPr/>
      <dgm:t>
        <a:bodyPr/>
        <a:lstStyle/>
        <a:p>
          <a:endParaRPr lang="zh-TW" altLang="en-US"/>
        </a:p>
      </dgm:t>
    </dgm:pt>
    <dgm:pt modelId="{8359B52C-C36F-49A7-A61B-4D3F1470E7AC}" type="pres">
      <dgm:prSet presAssocID="{C200639E-8E1F-41F1-B447-BC6B0A1992ED}" presName="hierChild5" presStyleCnt="0"/>
      <dgm:spPr/>
      <dgm:t>
        <a:bodyPr/>
        <a:lstStyle/>
        <a:p>
          <a:endParaRPr lang="zh-TW" altLang="en-US"/>
        </a:p>
      </dgm:t>
    </dgm:pt>
    <dgm:pt modelId="{08DA1375-0053-40C3-84C5-321B5D5265A0}" type="pres">
      <dgm:prSet presAssocID="{51AA8686-22DC-46D3-B894-C68496DB9F6C}" presName="hierChild5" presStyleCnt="0"/>
      <dgm:spPr/>
      <dgm:t>
        <a:bodyPr/>
        <a:lstStyle/>
        <a:p>
          <a:endParaRPr lang="zh-TW" altLang="en-US"/>
        </a:p>
      </dgm:t>
    </dgm:pt>
    <dgm:pt modelId="{B98E399C-2721-42FB-B5CE-9BBBBD354FAB}" type="pres">
      <dgm:prSet presAssocID="{1CCC534C-685E-4145-952F-912F52AC85F7}" presName="hierChild3" presStyleCnt="0"/>
      <dgm:spPr/>
      <dgm:t>
        <a:bodyPr/>
        <a:lstStyle/>
        <a:p>
          <a:endParaRPr lang="zh-TW" altLang="en-US"/>
        </a:p>
      </dgm:t>
    </dgm:pt>
  </dgm:ptLst>
  <dgm:cxnLst>
    <dgm:cxn modelId="{0A1DC15F-075F-422B-B5CD-3C39F9121ED4}" type="presOf" srcId="{031EA543-B058-43F3-A644-3BBC63B04CFB}" destId="{7A33AB25-7FDA-4C63-B07A-23EA4D1D8306}" srcOrd="0" destOrd="0" presId="urn:microsoft.com/office/officeart/2005/8/layout/orgChart1"/>
    <dgm:cxn modelId="{8CE12355-BFA6-447D-B8C5-24818509B5CD}" type="presOf" srcId="{7DDA2BB1-A5A2-4F20-B9D2-EBC123C7CE4F}" destId="{1F25320D-2620-4634-AB95-3F1BBC32A7C6}" srcOrd="0" destOrd="0" presId="urn:microsoft.com/office/officeart/2005/8/layout/orgChart1"/>
    <dgm:cxn modelId="{DE02D704-4E14-4734-93D2-560F022C95BC}" srcId="{C200639E-8E1F-41F1-B447-BC6B0A1992ED}" destId="{6DE8F9AD-BB56-4DF6-9234-2225FE0B7F1D}" srcOrd="1" destOrd="0" parTransId="{BD11F3CA-F306-491E-BFEE-9C365403B86B}" sibTransId="{75642556-A39C-4861-89CE-CB33C7F75BD9}"/>
    <dgm:cxn modelId="{FE11F626-E5ED-47BF-8562-C01365805E05}" type="presOf" srcId="{14D8F555-CACB-4D67-95BF-AB7D0C553D18}" destId="{895D9BF1-9F19-4AE5-8DA9-85E57801A70B}" srcOrd="0" destOrd="0" presId="urn:microsoft.com/office/officeart/2005/8/layout/orgChart1"/>
    <dgm:cxn modelId="{C0D190EB-CC80-476D-87F4-B78A75F836AB}" type="presOf" srcId="{B4F2D70F-7DC4-4635-89E5-44F1E9CD37A0}" destId="{FC66AA27-BD01-4A0B-AF20-889D930C5C05}" srcOrd="1" destOrd="0" presId="urn:microsoft.com/office/officeart/2005/8/layout/orgChart1"/>
    <dgm:cxn modelId="{22202828-8D41-46D5-9B07-9442452103D1}" type="presOf" srcId="{FA226054-7D5D-48CF-9DCA-1CF6435B3F65}" destId="{2AB64E25-09BA-4E1A-BFF7-A98552A16792}" srcOrd="0" destOrd="0" presId="urn:microsoft.com/office/officeart/2005/8/layout/orgChart1"/>
    <dgm:cxn modelId="{F1332169-DDCC-4CAD-A3A3-67B0DF629F66}" type="presOf" srcId="{6DE8F9AD-BB56-4DF6-9234-2225FE0B7F1D}" destId="{C38D159C-38B9-453C-A5B7-9E44B3D255E7}" srcOrd="1" destOrd="0" presId="urn:microsoft.com/office/officeart/2005/8/layout/orgChart1"/>
    <dgm:cxn modelId="{B65EAB71-D712-4A29-B0DF-E34A4CD63055}" type="presOf" srcId="{2A74C6A4-CE95-4AE0-A334-7AF88E13256F}" destId="{D2A8F76B-222B-4B95-91E1-52E38460ACDD}" srcOrd="0" destOrd="0" presId="urn:microsoft.com/office/officeart/2005/8/layout/orgChart1"/>
    <dgm:cxn modelId="{6670EBC3-03B6-40A1-8874-1C3415D75204}" type="presOf" srcId="{6FC8159F-4980-4C2B-BDDB-903660A9C346}" destId="{81CABA1C-CB28-4657-86FF-CCD9FA1FFC44}" srcOrd="0" destOrd="0" presId="urn:microsoft.com/office/officeart/2005/8/layout/orgChart1"/>
    <dgm:cxn modelId="{E195B54E-44FF-4E91-8478-3AD0D68E84B1}" srcId="{031EA543-B058-43F3-A644-3BBC63B04CFB}" destId="{FC8CACED-8683-4A31-82BE-651AA2123F49}" srcOrd="0" destOrd="0" parTransId="{161A6B57-7119-4941-B046-7C0007F0B2DC}" sibTransId="{6FB739E0-21B9-4C18-A354-F3542D0FDBA8}"/>
    <dgm:cxn modelId="{3B8B6E8A-E51E-4AD1-8A1C-C61B8EDF5AF4}" type="presOf" srcId="{9EE2EE45-72A1-4CBF-A67D-3CE80319D752}" destId="{D629A831-EB18-4D3F-807A-AF6C3182A807}" srcOrd="0" destOrd="0" presId="urn:microsoft.com/office/officeart/2005/8/layout/orgChart1"/>
    <dgm:cxn modelId="{DE64B537-4042-43FF-B256-12BD7F1AC007}" srcId="{1CCC534C-685E-4145-952F-912F52AC85F7}" destId="{51AA8686-22DC-46D3-B894-C68496DB9F6C}" srcOrd="2" destOrd="0" parTransId="{2059B41E-368C-487F-9339-4051E535CDA6}" sibTransId="{07DDFBCE-92BC-474A-B07C-621EBA3279E5}"/>
    <dgm:cxn modelId="{6565A7CE-C3C1-44DE-A836-CDD6B5352CD5}" srcId="{1CCC534C-685E-4145-952F-912F52AC85F7}" destId="{9D116CB7-F72E-443C-9661-9757D24FAF01}" srcOrd="0" destOrd="0" parTransId="{8FE723B4-1D18-4537-A247-C879D659932A}" sibTransId="{4A46B1DB-50A4-4F40-8177-AD6ADD55C6BE}"/>
    <dgm:cxn modelId="{59DF942F-F5E1-4C3D-8172-AB0B0FAF7398}" type="presOf" srcId="{6FC8159F-4980-4C2B-BDDB-903660A9C346}" destId="{BBD66BD0-A2C1-4253-8DB9-282EEBBD49E9}" srcOrd="1" destOrd="0" presId="urn:microsoft.com/office/officeart/2005/8/layout/orgChart1"/>
    <dgm:cxn modelId="{9D9F0511-78E5-44E3-8786-58FAD5694316}" type="presOf" srcId="{6FB21B57-9258-4935-9453-564CFC0E9FC3}" destId="{93E46DD2-A4C4-4524-A0AC-6FFB8B475CF6}" srcOrd="0" destOrd="0" presId="urn:microsoft.com/office/officeart/2005/8/layout/orgChart1"/>
    <dgm:cxn modelId="{9B5540A7-2655-4109-8563-2438E838902E}" type="presOf" srcId="{C200639E-8E1F-41F1-B447-BC6B0A1992ED}" destId="{74AEC6B7-B5F1-4B37-B0AF-7FAC5B4FD3A5}" srcOrd="0" destOrd="0" presId="urn:microsoft.com/office/officeart/2005/8/layout/orgChart1"/>
    <dgm:cxn modelId="{EA4AB2FC-C4B5-409A-BA23-1B50520CC9E1}" type="presOf" srcId="{FC8CACED-8683-4A31-82BE-651AA2123F49}" destId="{DC3508BE-2FA2-4622-9018-3271ED75306A}" srcOrd="0" destOrd="0" presId="urn:microsoft.com/office/officeart/2005/8/layout/orgChart1"/>
    <dgm:cxn modelId="{86B020B8-74E4-44C7-8E30-8005F7AB520A}" type="presOf" srcId="{1799892D-768A-484C-9A0A-8A4A2D3140AE}" destId="{8A001989-6523-4AB9-AADC-4FA72C06A585}" srcOrd="0" destOrd="0" presId="urn:microsoft.com/office/officeart/2005/8/layout/orgChart1"/>
    <dgm:cxn modelId="{6D930D27-0E0D-45A6-BBFA-BA6B6774994A}" type="presOf" srcId="{9D116CB7-F72E-443C-9661-9757D24FAF01}" destId="{BFD445FC-768E-42C4-AED6-CEB380128C52}" srcOrd="0" destOrd="0" presId="urn:microsoft.com/office/officeart/2005/8/layout/orgChart1"/>
    <dgm:cxn modelId="{04F7085A-352F-43F1-A57C-C70EB8EB8AED}" type="presOf" srcId="{51AA8686-22DC-46D3-B894-C68496DB9F6C}" destId="{55CEC2ED-5359-498F-A325-2C4D1D485E36}" srcOrd="1" destOrd="0" presId="urn:microsoft.com/office/officeart/2005/8/layout/orgChart1"/>
    <dgm:cxn modelId="{4E0502F1-40AD-49CA-9FA3-063E9BAE4223}" type="presOf" srcId="{B4F2D70F-7DC4-4635-89E5-44F1E9CD37A0}" destId="{EF27381B-2AD3-4622-99B1-3513F88024C8}" srcOrd="0" destOrd="0" presId="urn:microsoft.com/office/officeart/2005/8/layout/orgChart1"/>
    <dgm:cxn modelId="{9906CF47-1F4D-447E-9DD2-2238A14202D3}" type="presOf" srcId="{38E6A882-A775-4ADE-B238-6BCA50751D53}" destId="{D7372781-4F46-4A9F-B0C3-1ABAD1B41457}" srcOrd="0" destOrd="0" presId="urn:microsoft.com/office/officeart/2005/8/layout/orgChart1"/>
    <dgm:cxn modelId="{980AA903-4144-4701-A10C-7757CBA40F5F}" type="presOf" srcId="{6DE8F9AD-BB56-4DF6-9234-2225FE0B7F1D}" destId="{3B808AE7-9D60-45FB-A448-179F57C2E3D7}" srcOrd="0" destOrd="0" presId="urn:microsoft.com/office/officeart/2005/8/layout/orgChart1"/>
    <dgm:cxn modelId="{CC95F989-6845-473A-8958-E9B7963F11CD}" type="presOf" srcId="{9D116CB7-F72E-443C-9661-9757D24FAF01}" destId="{AE5175DD-3566-4D72-936B-EF3A9DC6C606}" srcOrd="1" destOrd="0" presId="urn:microsoft.com/office/officeart/2005/8/layout/orgChart1"/>
    <dgm:cxn modelId="{39F1B688-8E1C-4658-9A8D-6220E163E2CB}" type="presOf" srcId="{1CCC534C-685E-4145-952F-912F52AC85F7}" destId="{6D5546C9-762A-4FE1-AC11-262722D06F9B}" srcOrd="0" destOrd="0" presId="urn:microsoft.com/office/officeart/2005/8/layout/orgChart1"/>
    <dgm:cxn modelId="{F5C287BB-C93A-414A-BE80-F809D93B5234}" srcId="{9D116CB7-F72E-443C-9661-9757D24FAF01}" destId="{9EE2EE45-72A1-4CBF-A67D-3CE80319D752}" srcOrd="0" destOrd="0" parTransId="{1B03CDF0-0948-415E-8DCB-575F201AF911}" sibTransId="{4CBA05D9-1388-445C-97BF-B0BB71967C7B}"/>
    <dgm:cxn modelId="{66691CCE-CBA0-465F-BDF6-6F320F0AB1F5}" srcId="{031EA543-B058-43F3-A644-3BBC63B04CFB}" destId="{7DDA2BB1-A5A2-4F20-B9D2-EBC123C7CE4F}" srcOrd="2" destOrd="0" parTransId="{86581E49-2F94-4A1E-9D8B-C1522FE92F20}" sibTransId="{F7BBA77B-9F73-44EC-81F7-086BBACC56FC}"/>
    <dgm:cxn modelId="{0F737E51-11CB-47F5-BE0F-218DA3C390C4}" type="presOf" srcId="{C200639E-8E1F-41F1-B447-BC6B0A1992ED}" destId="{FF285149-B918-4BC1-B538-0D3166642766}" srcOrd="1" destOrd="0" presId="urn:microsoft.com/office/officeart/2005/8/layout/orgChart1"/>
    <dgm:cxn modelId="{F5CD052A-C386-4582-BD25-82A9BFDD9A06}" type="presOf" srcId="{8FE723B4-1D18-4537-A247-C879D659932A}" destId="{2F63092F-0EB8-4DCF-B9AF-B39CACD9C55C}" srcOrd="0" destOrd="0" presId="urn:microsoft.com/office/officeart/2005/8/layout/orgChart1"/>
    <dgm:cxn modelId="{E3CCB04E-F664-4921-B378-E32F386020FA}" type="presOf" srcId="{BD11F3CA-F306-491E-BFEE-9C365403B86B}" destId="{195A9CAF-2043-4C10-8CE1-5271F08E0C90}" srcOrd="0" destOrd="0" presId="urn:microsoft.com/office/officeart/2005/8/layout/orgChart1"/>
    <dgm:cxn modelId="{110B58EF-BF8D-49DD-876F-D9036EF96128}" type="presOf" srcId="{031EA543-B058-43F3-A644-3BBC63B04CFB}" destId="{88DE35C2-6BC4-4BA7-B71B-0004CCF66FB4}" srcOrd="1" destOrd="0" presId="urn:microsoft.com/office/officeart/2005/8/layout/orgChart1"/>
    <dgm:cxn modelId="{6318A2C8-7E74-4C3B-A73A-5DDF09C402EE}" srcId="{51AA8686-22DC-46D3-B894-C68496DB9F6C}" destId="{C200639E-8E1F-41F1-B447-BC6B0A1992ED}" srcOrd="0" destOrd="0" parTransId="{1799892D-768A-484C-9A0A-8A4A2D3140AE}" sibTransId="{8FC90BC9-D25F-49E3-A6D5-5EB183D20C93}"/>
    <dgm:cxn modelId="{EA06467C-7F1F-465B-AF69-14EB66B1A899}" type="presOf" srcId="{8F6A892B-F156-43F8-B207-B2F10D84D506}" destId="{359AFE44-2233-4A78-97C7-BF1FE00CAF07}" srcOrd="1" destOrd="0" presId="urn:microsoft.com/office/officeart/2005/8/layout/orgChart1"/>
    <dgm:cxn modelId="{EF4BA246-B776-4191-A825-C8EA9FC09995}" srcId="{C200639E-8E1F-41F1-B447-BC6B0A1992ED}" destId="{6FC8159F-4980-4C2B-BDDB-903660A9C346}" srcOrd="0" destOrd="0" parTransId="{C045AF2C-71C0-424D-9AED-5A654C1D68B0}" sibTransId="{617200EF-E48A-4676-BE3E-A5B12D1D0F8B}"/>
    <dgm:cxn modelId="{775AB914-C8EA-462F-B669-F2309E723FCC}" type="presOf" srcId="{14D8F555-CACB-4D67-95BF-AB7D0C553D18}" destId="{A30912A9-EE77-4131-84B3-0995AC435C11}" srcOrd="1" destOrd="0" presId="urn:microsoft.com/office/officeart/2005/8/layout/orgChart1"/>
    <dgm:cxn modelId="{6A43BFE0-8567-4ED8-A50B-07B39CCD21B3}" type="presOf" srcId="{C045AF2C-71C0-424D-9AED-5A654C1D68B0}" destId="{C5E3F40D-D33E-4007-B5B3-721D02FB5E89}" srcOrd="0" destOrd="0" presId="urn:microsoft.com/office/officeart/2005/8/layout/orgChart1"/>
    <dgm:cxn modelId="{748CE111-FBAC-410D-940A-12ED977FE03C}" type="presOf" srcId="{FC8CACED-8683-4A31-82BE-651AA2123F49}" destId="{AC74982F-4B23-4CF6-802C-21F411033129}" srcOrd="1" destOrd="0" presId="urn:microsoft.com/office/officeart/2005/8/layout/orgChart1"/>
    <dgm:cxn modelId="{02F04A16-E24B-4429-AD78-35FE2E68F4E8}" type="presOf" srcId="{F682B04A-5BB7-4A6A-A2F1-ACADA2D4BC5B}" destId="{F5E2615A-7956-4A3A-9922-AA4675E42B53}" srcOrd="0" destOrd="0" presId="urn:microsoft.com/office/officeart/2005/8/layout/orgChart1"/>
    <dgm:cxn modelId="{9083EF69-97E3-453C-B80A-790A114328C1}" type="presOf" srcId="{9EE2EE45-72A1-4CBF-A67D-3CE80319D752}" destId="{CD945125-2384-4E34-83A9-8616BA6C8E89}" srcOrd="1" destOrd="0" presId="urn:microsoft.com/office/officeart/2005/8/layout/orgChart1"/>
    <dgm:cxn modelId="{3833C06A-06BF-4D77-9EB8-97E50CBE8E7F}" srcId="{9D116CB7-F72E-443C-9661-9757D24FAF01}" destId="{8F6A892B-F156-43F8-B207-B2F10D84D506}" srcOrd="1" destOrd="0" parTransId="{6FB21B57-9258-4935-9453-564CFC0E9FC3}" sibTransId="{EB51C0CA-6D78-41F2-8445-2F7D55663317}"/>
    <dgm:cxn modelId="{E74DA378-4CCB-4949-92F8-652D49EDD48E}" type="presOf" srcId="{1B03CDF0-0948-415E-8DCB-575F201AF911}" destId="{C2A575F5-FDA1-4EFC-AAC9-6BACB7A5772E}" srcOrd="0" destOrd="0" presId="urn:microsoft.com/office/officeart/2005/8/layout/orgChart1"/>
    <dgm:cxn modelId="{0B309243-857E-4B14-B6DE-1359A82C95B0}" type="presOf" srcId="{51AA8686-22DC-46D3-B894-C68496DB9F6C}" destId="{EEB7919D-FC92-4930-A757-89F134274D3B}" srcOrd="0" destOrd="0" presId="urn:microsoft.com/office/officeart/2005/8/layout/orgChart1"/>
    <dgm:cxn modelId="{A778A0D8-DFD2-4433-98B2-5AE29B4BAC32}" srcId="{031EA543-B058-43F3-A644-3BBC63B04CFB}" destId="{14D8F555-CACB-4D67-95BF-AB7D0C553D18}" srcOrd="1" destOrd="0" parTransId="{FA226054-7D5D-48CF-9DCA-1CF6435B3F65}" sibTransId="{097682E8-4DFE-4C61-9E9C-3A3DF143B0B9}"/>
    <dgm:cxn modelId="{2665E6E8-46E3-463C-AB72-5F7D404BAA06}" type="presOf" srcId="{1CCC534C-685E-4145-952F-912F52AC85F7}" destId="{E6401DAF-A9BE-48FB-A3A7-E43BA7132C3A}" srcOrd="1" destOrd="0" presId="urn:microsoft.com/office/officeart/2005/8/layout/orgChart1"/>
    <dgm:cxn modelId="{42BF7280-697B-408D-B2F9-A191176852DF}" type="presOf" srcId="{2059B41E-368C-487F-9339-4051E535CDA6}" destId="{4A3C68C2-C448-4848-98AF-B906860BF1C5}" srcOrd="0" destOrd="0" presId="urn:microsoft.com/office/officeart/2005/8/layout/orgChart1"/>
    <dgm:cxn modelId="{9D365AD5-3B57-46F2-98E8-BE3F5A17B20D}" srcId="{38E6A882-A775-4ADE-B238-6BCA50751D53}" destId="{1CCC534C-685E-4145-952F-912F52AC85F7}" srcOrd="0" destOrd="0" parTransId="{F10ACFB6-19CE-4A1F-8260-FBE0805E1EC4}" sibTransId="{B38ACBED-F13C-4916-9F7C-2E75EEC34667}"/>
    <dgm:cxn modelId="{80F00D74-F0EA-4794-ABAF-9178794C0DC5}" type="presOf" srcId="{86581E49-2F94-4A1E-9D8B-C1522FE92F20}" destId="{70DC0AD7-910A-4228-A438-E3951B305DBE}" srcOrd="0" destOrd="0" presId="urn:microsoft.com/office/officeart/2005/8/layout/orgChart1"/>
    <dgm:cxn modelId="{13728A95-F373-47EE-929B-9E3173793CC4}" srcId="{1CCC534C-685E-4145-952F-912F52AC85F7}" destId="{031EA543-B058-43F3-A644-3BBC63B04CFB}" srcOrd="1" destOrd="0" parTransId="{F682B04A-5BB7-4A6A-A2F1-ACADA2D4BC5B}" sibTransId="{53F53006-1EC5-40D9-BA57-E05F8B51DF23}"/>
    <dgm:cxn modelId="{E540FD50-1F0C-4D07-98B8-680811AF9534}" type="presOf" srcId="{7DDA2BB1-A5A2-4F20-B9D2-EBC123C7CE4F}" destId="{D0E7C99D-00B5-4922-A7B2-65D1F1016DB4}" srcOrd="1" destOrd="0" presId="urn:microsoft.com/office/officeart/2005/8/layout/orgChart1"/>
    <dgm:cxn modelId="{A126F6A8-CDC6-415A-88B5-287E6DA1A43B}" type="presOf" srcId="{161A6B57-7119-4941-B046-7C0007F0B2DC}" destId="{82DB1165-B243-4607-8669-0FEA4700A32A}" srcOrd="0" destOrd="0" presId="urn:microsoft.com/office/officeart/2005/8/layout/orgChart1"/>
    <dgm:cxn modelId="{2BE4D352-04FA-4D4C-B931-C4DA2B85BDD8}" type="presOf" srcId="{8F6A892B-F156-43F8-B207-B2F10D84D506}" destId="{A23A745F-EC6A-4703-849C-70DF534FADE7}" srcOrd="0" destOrd="0" presId="urn:microsoft.com/office/officeart/2005/8/layout/orgChart1"/>
    <dgm:cxn modelId="{1A0CDDE0-D192-43F9-8FA6-718862EC8B65}" srcId="{9D116CB7-F72E-443C-9661-9757D24FAF01}" destId="{B4F2D70F-7DC4-4635-89E5-44F1E9CD37A0}" srcOrd="2" destOrd="0" parTransId="{2A74C6A4-CE95-4AE0-A334-7AF88E13256F}" sibTransId="{9A87C45D-3E0E-4EA1-989E-5960A87E4979}"/>
    <dgm:cxn modelId="{DB71875C-8797-4858-9487-6C5432E45D97}" type="presParOf" srcId="{D7372781-4F46-4A9F-B0C3-1ABAD1B41457}" destId="{7BCD0D49-EF7A-4D52-8AF8-807D58596A06}" srcOrd="0" destOrd="0" presId="urn:microsoft.com/office/officeart/2005/8/layout/orgChart1"/>
    <dgm:cxn modelId="{1A3ACFE9-21FE-4241-BCAA-D72391EBD180}" type="presParOf" srcId="{7BCD0D49-EF7A-4D52-8AF8-807D58596A06}" destId="{5D7396A1-00FC-44DE-AB4F-532B06BE55B1}" srcOrd="0" destOrd="0" presId="urn:microsoft.com/office/officeart/2005/8/layout/orgChart1"/>
    <dgm:cxn modelId="{4D33A168-219B-4B73-BF92-B609ADA2FA93}" type="presParOf" srcId="{5D7396A1-00FC-44DE-AB4F-532B06BE55B1}" destId="{6D5546C9-762A-4FE1-AC11-262722D06F9B}" srcOrd="0" destOrd="0" presId="urn:microsoft.com/office/officeart/2005/8/layout/orgChart1"/>
    <dgm:cxn modelId="{B679EACD-69EA-482C-8BA1-971CE0B7A6C2}" type="presParOf" srcId="{5D7396A1-00FC-44DE-AB4F-532B06BE55B1}" destId="{E6401DAF-A9BE-48FB-A3A7-E43BA7132C3A}" srcOrd="1" destOrd="0" presId="urn:microsoft.com/office/officeart/2005/8/layout/orgChart1"/>
    <dgm:cxn modelId="{B06DDDDA-7741-4660-B79E-1BF3C1314766}" type="presParOf" srcId="{7BCD0D49-EF7A-4D52-8AF8-807D58596A06}" destId="{479C9BFE-F983-46A7-B266-F62D2E9285DB}" srcOrd="1" destOrd="0" presId="urn:microsoft.com/office/officeart/2005/8/layout/orgChart1"/>
    <dgm:cxn modelId="{F393A108-0E11-47E0-8645-385F4D8E7335}" type="presParOf" srcId="{479C9BFE-F983-46A7-B266-F62D2E9285DB}" destId="{2F63092F-0EB8-4DCF-B9AF-B39CACD9C55C}" srcOrd="0" destOrd="0" presId="urn:microsoft.com/office/officeart/2005/8/layout/orgChart1"/>
    <dgm:cxn modelId="{2F6A6976-3C9E-4F52-8FBB-F175BA489AB5}" type="presParOf" srcId="{479C9BFE-F983-46A7-B266-F62D2E9285DB}" destId="{D3E27333-D967-41C3-8C94-D8A6067236AE}" srcOrd="1" destOrd="0" presId="urn:microsoft.com/office/officeart/2005/8/layout/orgChart1"/>
    <dgm:cxn modelId="{CB2B8856-26DC-4164-8815-3D09CE3B99D4}" type="presParOf" srcId="{D3E27333-D967-41C3-8C94-D8A6067236AE}" destId="{B9325083-B7AD-4AA4-A928-C35F858C51A4}" srcOrd="0" destOrd="0" presId="urn:microsoft.com/office/officeart/2005/8/layout/orgChart1"/>
    <dgm:cxn modelId="{366410F6-0405-4FFD-BE28-574F62545C66}" type="presParOf" srcId="{B9325083-B7AD-4AA4-A928-C35F858C51A4}" destId="{BFD445FC-768E-42C4-AED6-CEB380128C52}" srcOrd="0" destOrd="0" presId="urn:microsoft.com/office/officeart/2005/8/layout/orgChart1"/>
    <dgm:cxn modelId="{FCC97FA4-4321-4FE2-9479-5B8F7CAAF17E}" type="presParOf" srcId="{B9325083-B7AD-4AA4-A928-C35F858C51A4}" destId="{AE5175DD-3566-4D72-936B-EF3A9DC6C606}" srcOrd="1" destOrd="0" presId="urn:microsoft.com/office/officeart/2005/8/layout/orgChart1"/>
    <dgm:cxn modelId="{D60F67C7-30BD-4899-89B1-D515D319AAAE}" type="presParOf" srcId="{D3E27333-D967-41C3-8C94-D8A6067236AE}" destId="{60892F9A-A798-43E8-8C50-09C785D58228}" srcOrd="1" destOrd="0" presId="urn:microsoft.com/office/officeart/2005/8/layout/orgChart1"/>
    <dgm:cxn modelId="{386245B9-C0E6-4AC7-A9A3-97A3F4F952F3}" type="presParOf" srcId="{60892F9A-A798-43E8-8C50-09C785D58228}" destId="{C2A575F5-FDA1-4EFC-AAC9-6BACB7A5772E}" srcOrd="0" destOrd="0" presId="urn:microsoft.com/office/officeart/2005/8/layout/orgChart1"/>
    <dgm:cxn modelId="{417906F3-97CD-4929-811C-023365F29937}" type="presParOf" srcId="{60892F9A-A798-43E8-8C50-09C785D58228}" destId="{83EB8EFC-90B9-4C98-8AD2-510540E96888}" srcOrd="1" destOrd="0" presId="urn:microsoft.com/office/officeart/2005/8/layout/orgChart1"/>
    <dgm:cxn modelId="{A814C41F-6551-4110-B043-4FF429B4AEDC}" type="presParOf" srcId="{83EB8EFC-90B9-4C98-8AD2-510540E96888}" destId="{B8996DC6-54B9-4729-89CB-7DB3F5018981}" srcOrd="0" destOrd="0" presId="urn:microsoft.com/office/officeart/2005/8/layout/orgChart1"/>
    <dgm:cxn modelId="{9E1DCA4C-4915-4270-AE94-D1901C90D601}" type="presParOf" srcId="{B8996DC6-54B9-4729-89CB-7DB3F5018981}" destId="{D629A831-EB18-4D3F-807A-AF6C3182A807}" srcOrd="0" destOrd="0" presId="urn:microsoft.com/office/officeart/2005/8/layout/orgChart1"/>
    <dgm:cxn modelId="{EA65AEEF-1B39-4A80-9396-C31F48AA2E23}" type="presParOf" srcId="{B8996DC6-54B9-4729-89CB-7DB3F5018981}" destId="{CD945125-2384-4E34-83A9-8616BA6C8E89}" srcOrd="1" destOrd="0" presId="urn:microsoft.com/office/officeart/2005/8/layout/orgChart1"/>
    <dgm:cxn modelId="{524C7BF0-71A8-4ADE-885D-3AA67D1005A5}" type="presParOf" srcId="{83EB8EFC-90B9-4C98-8AD2-510540E96888}" destId="{5EF760CD-1818-4A30-BA8E-6A1C8CB7BDEA}" srcOrd="1" destOrd="0" presId="urn:microsoft.com/office/officeart/2005/8/layout/orgChart1"/>
    <dgm:cxn modelId="{51C4C6E8-04DE-4765-A08A-92507323E186}" type="presParOf" srcId="{83EB8EFC-90B9-4C98-8AD2-510540E96888}" destId="{E4DEF249-6D29-4E2A-AB67-6B82A1A9DE63}" srcOrd="2" destOrd="0" presId="urn:microsoft.com/office/officeart/2005/8/layout/orgChart1"/>
    <dgm:cxn modelId="{7BBB5FD9-7517-4CE4-86D5-6D62E9B6C620}" type="presParOf" srcId="{60892F9A-A798-43E8-8C50-09C785D58228}" destId="{93E46DD2-A4C4-4524-A0AC-6FFB8B475CF6}" srcOrd="2" destOrd="0" presId="urn:microsoft.com/office/officeart/2005/8/layout/orgChart1"/>
    <dgm:cxn modelId="{4DF9D1B2-A313-44B3-9B68-BB108E1A6262}" type="presParOf" srcId="{60892F9A-A798-43E8-8C50-09C785D58228}" destId="{8FFF9051-4BDF-486E-A996-70B57B423514}" srcOrd="3" destOrd="0" presId="urn:microsoft.com/office/officeart/2005/8/layout/orgChart1"/>
    <dgm:cxn modelId="{9665F77A-638A-4C31-98D9-75F4D6B08129}" type="presParOf" srcId="{8FFF9051-4BDF-486E-A996-70B57B423514}" destId="{49D33209-1DC6-46C7-94A2-20A358CE1AA6}" srcOrd="0" destOrd="0" presId="urn:microsoft.com/office/officeart/2005/8/layout/orgChart1"/>
    <dgm:cxn modelId="{F274A51F-B310-42B3-BB0C-4F287D9C702D}" type="presParOf" srcId="{49D33209-1DC6-46C7-94A2-20A358CE1AA6}" destId="{A23A745F-EC6A-4703-849C-70DF534FADE7}" srcOrd="0" destOrd="0" presId="urn:microsoft.com/office/officeart/2005/8/layout/orgChart1"/>
    <dgm:cxn modelId="{35BD1A25-F5E5-4C39-AAAB-031AAD787C84}" type="presParOf" srcId="{49D33209-1DC6-46C7-94A2-20A358CE1AA6}" destId="{359AFE44-2233-4A78-97C7-BF1FE00CAF07}" srcOrd="1" destOrd="0" presId="urn:microsoft.com/office/officeart/2005/8/layout/orgChart1"/>
    <dgm:cxn modelId="{9F0A3963-97CA-4E53-9C34-0BC0137F6ACB}" type="presParOf" srcId="{8FFF9051-4BDF-486E-A996-70B57B423514}" destId="{85AABDDA-D529-4C37-BDF3-3113F87D9672}" srcOrd="1" destOrd="0" presId="urn:microsoft.com/office/officeart/2005/8/layout/orgChart1"/>
    <dgm:cxn modelId="{A1E6F98F-2508-466F-87CB-14A7DAD178E7}" type="presParOf" srcId="{8FFF9051-4BDF-486E-A996-70B57B423514}" destId="{6C46E9FF-DB1E-4B45-8266-09822079B0A1}" srcOrd="2" destOrd="0" presId="urn:microsoft.com/office/officeart/2005/8/layout/orgChart1"/>
    <dgm:cxn modelId="{B2499E1E-BCAB-42B2-8C93-A91F9D21EC7A}" type="presParOf" srcId="{60892F9A-A798-43E8-8C50-09C785D58228}" destId="{D2A8F76B-222B-4B95-91E1-52E38460ACDD}" srcOrd="4" destOrd="0" presId="urn:microsoft.com/office/officeart/2005/8/layout/orgChart1"/>
    <dgm:cxn modelId="{A0BCA06B-BD23-44EC-9E7D-D27DE344B814}" type="presParOf" srcId="{60892F9A-A798-43E8-8C50-09C785D58228}" destId="{8E961557-2D70-4B7E-AC09-A9E58252A828}" srcOrd="5" destOrd="0" presId="urn:microsoft.com/office/officeart/2005/8/layout/orgChart1"/>
    <dgm:cxn modelId="{503C95A1-038D-440F-9B65-9B8A88A798E7}" type="presParOf" srcId="{8E961557-2D70-4B7E-AC09-A9E58252A828}" destId="{255F4089-C0AD-460A-B7E9-DD16F3FC0B96}" srcOrd="0" destOrd="0" presId="urn:microsoft.com/office/officeart/2005/8/layout/orgChart1"/>
    <dgm:cxn modelId="{D80FCD3F-FFA1-4600-94BB-35A47992439C}" type="presParOf" srcId="{255F4089-C0AD-460A-B7E9-DD16F3FC0B96}" destId="{EF27381B-2AD3-4622-99B1-3513F88024C8}" srcOrd="0" destOrd="0" presId="urn:microsoft.com/office/officeart/2005/8/layout/orgChart1"/>
    <dgm:cxn modelId="{9356F763-6E0F-4573-AFEA-1ED45F2810F7}" type="presParOf" srcId="{255F4089-C0AD-460A-B7E9-DD16F3FC0B96}" destId="{FC66AA27-BD01-4A0B-AF20-889D930C5C05}" srcOrd="1" destOrd="0" presId="urn:microsoft.com/office/officeart/2005/8/layout/orgChart1"/>
    <dgm:cxn modelId="{E323E4DD-C4F1-495A-85E9-310A5D51152D}" type="presParOf" srcId="{8E961557-2D70-4B7E-AC09-A9E58252A828}" destId="{230EECF3-4F06-4C24-8BDC-C754A3085AD2}" srcOrd="1" destOrd="0" presId="urn:microsoft.com/office/officeart/2005/8/layout/orgChart1"/>
    <dgm:cxn modelId="{49B00D13-B1CB-4CFA-9BC6-2B0D8FD11004}" type="presParOf" srcId="{8E961557-2D70-4B7E-AC09-A9E58252A828}" destId="{A5E3A2F1-32FA-4329-9E8A-3EACA3FC448C}" srcOrd="2" destOrd="0" presId="urn:microsoft.com/office/officeart/2005/8/layout/orgChart1"/>
    <dgm:cxn modelId="{50686873-3525-48C7-9D81-AAC20591EFBA}" type="presParOf" srcId="{D3E27333-D967-41C3-8C94-D8A6067236AE}" destId="{2E0635CC-2A87-427E-80ED-32F5757BB817}" srcOrd="2" destOrd="0" presId="urn:microsoft.com/office/officeart/2005/8/layout/orgChart1"/>
    <dgm:cxn modelId="{18EE2EAD-6882-452C-9D79-BE53D6AE5015}" type="presParOf" srcId="{479C9BFE-F983-46A7-B266-F62D2E9285DB}" destId="{F5E2615A-7956-4A3A-9922-AA4675E42B53}" srcOrd="2" destOrd="0" presId="urn:microsoft.com/office/officeart/2005/8/layout/orgChart1"/>
    <dgm:cxn modelId="{6840EE39-933E-4124-93EF-A1262DC6ED7C}" type="presParOf" srcId="{479C9BFE-F983-46A7-B266-F62D2E9285DB}" destId="{40BDE07C-6E25-4273-B9B7-21EF2ABCB458}" srcOrd="3" destOrd="0" presId="urn:microsoft.com/office/officeart/2005/8/layout/orgChart1"/>
    <dgm:cxn modelId="{F5F618A7-A7CE-48E3-A291-9B513EA0D6B1}" type="presParOf" srcId="{40BDE07C-6E25-4273-B9B7-21EF2ABCB458}" destId="{1FE5CE93-D53C-4A6F-91DF-E0F6D9B48694}" srcOrd="0" destOrd="0" presId="urn:microsoft.com/office/officeart/2005/8/layout/orgChart1"/>
    <dgm:cxn modelId="{5DC394C1-0583-4BAB-ABBA-34C4CFFD02C0}" type="presParOf" srcId="{1FE5CE93-D53C-4A6F-91DF-E0F6D9B48694}" destId="{7A33AB25-7FDA-4C63-B07A-23EA4D1D8306}" srcOrd="0" destOrd="0" presId="urn:microsoft.com/office/officeart/2005/8/layout/orgChart1"/>
    <dgm:cxn modelId="{29CB68B1-D7FD-402E-991D-F67D6BE0ED7D}" type="presParOf" srcId="{1FE5CE93-D53C-4A6F-91DF-E0F6D9B48694}" destId="{88DE35C2-6BC4-4BA7-B71B-0004CCF66FB4}" srcOrd="1" destOrd="0" presId="urn:microsoft.com/office/officeart/2005/8/layout/orgChart1"/>
    <dgm:cxn modelId="{1C9EA3C7-09B9-4911-8D09-6453110BB24A}" type="presParOf" srcId="{40BDE07C-6E25-4273-B9B7-21EF2ABCB458}" destId="{C5079136-FDB4-4123-9919-1C09A5E711B6}" srcOrd="1" destOrd="0" presId="urn:microsoft.com/office/officeart/2005/8/layout/orgChart1"/>
    <dgm:cxn modelId="{7D157756-2D77-42F3-AB56-802F2969797B}" type="presParOf" srcId="{C5079136-FDB4-4123-9919-1C09A5E711B6}" destId="{82DB1165-B243-4607-8669-0FEA4700A32A}" srcOrd="0" destOrd="0" presId="urn:microsoft.com/office/officeart/2005/8/layout/orgChart1"/>
    <dgm:cxn modelId="{E50649D9-AFB6-457E-9412-8023D0BDD8FC}" type="presParOf" srcId="{C5079136-FDB4-4123-9919-1C09A5E711B6}" destId="{3783A077-255C-44CD-A97D-54BCFAFF9497}" srcOrd="1" destOrd="0" presId="urn:microsoft.com/office/officeart/2005/8/layout/orgChart1"/>
    <dgm:cxn modelId="{2F0410B5-ACF0-4F6A-85AB-6C730F9BFD06}" type="presParOf" srcId="{3783A077-255C-44CD-A97D-54BCFAFF9497}" destId="{E61D8A28-EC8A-4E92-8EFC-383B0129FFE7}" srcOrd="0" destOrd="0" presId="urn:microsoft.com/office/officeart/2005/8/layout/orgChart1"/>
    <dgm:cxn modelId="{B12AD142-247B-4778-904D-917BAB1855D1}" type="presParOf" srcId="{E61D8A28-EC8A-4E92-8EFC-383B0129FFE7}" destId="{DC3508BE-2FA2-4622-9018-3271ED75306A}" srcOrd="0" destOrd="0" presId="urn:microsoft.com/office/officeart/2005/8/layout/orgChart1"/>
    <dgm:cxn modelId="{5CECEF43-12FE-405B-9474-31ACDEAFE8F1}" type="presParOf" srcId="{E61D8A28-EC8A-4E92-8EFC-383B0129FFE7}" destId="{AC74982F-4B23-4CF6-802C-21F411033129}" srcOrd="1" destOrd="0" presId="urn:microsoft.com/office/officeart/2005/8/layout/orgChart1"/>
    <dgm:cxn modelId="{59DCAA5C-A62D-4A60-A624-40142901B111}" type="presParOf" srcId="{3783A077-255C-44CD-A97D-54BCFAFF9497}" destId="{11C7D3F5-2000-4638-B787-84BAE55C15EB}" srcOrd="1" destOrd="0" presId="urn:microsoft.com/office/officeart/2005/8/layout/orgChart1"/>
    <dgm:cxn modelId="{A0CDD044-36D3-4D4B-AC8F-BF550D2138F1}" type="presParOf" srcId="{3783A077-255C-44CD-A97D-54BCFAFF9497}" destId="{32258A8C-D8F1-4F5D-9BEE-AF5D959D4865}" srcOrd="2" destOrd="0" presId="urn:microsoft.com/office/officeart/2005/8/layout/orgChart1"/>
    <dgm:cxn modelId="{21374112-E413-4FEB-9D70-8B462CCBAAD8}" type="presParOf" srcId="{C5079136-FDB4-4123-9919-1C09A5E711B6}" destId="{2AB64E25-09BA-4E1A-BFF7-A98552A16792}" srcOrd="2" destOrd="0" presId="urn:microsoft.com/office/officeart/2005/8/layout/orgChart1"/>
    <dgm:cxn modelId="{B1304EBE-D673-4E54-85D1-DB55AC34EA2E}" type="presParOf" srcId="{C5079136-FDB4-4123-9919-1C09A5E711B6}" destId="{5EAAEC2A-6C5A-4586-A0EA-5A1BE36E0863}" srcOrd="3" destOrd="0" presId="urn:microsoft.com/office/officeart/2005/8/layout/orgChart1"/>
    <dgm:cxn modelId="{4BE3A32A-CBB7-4D00-8662-5B71A87CD103}" type="presParOf" srcId="{5EAAEC2A-6C5A-4586-A0EA-5A1BE36E0863}" destId="{DA4A9AAD-6969-4A49-8EF7-77B4BF822363}" srcOrd="0" destOrd="0" presId="urn:microsoft.com/office/officeart/2005/8/layout/orgChart1"/>
    <dgm:cxn modelId="{889CAFA3-D0BD-4F4C-8756-BC7464EAA027}" type="presParOf" srcId="{DA4A9AAD-6969-4A49-8EF7-77B4BF822363}" destId="{895D9BF1-9F19-4AE5-8DA9-85E57801A70B}" srcOrd="0" destOrd="0" presId="urn:microsoft.com/office/officeart/2005/8/layout/orgChart1"/>
    <dgm:cxn modelId="{B7B44F03-CC1B-434B-B99E-ED18928189EF}" type="presParOf" srcId="{DA4A9AAD-6969-4A49-8EF7-77B4BF822363}" destId="{A30912A9-EE77-4131-84B3-0995AC435C11}" srcOrd="1" destOrd="0" presId="urn:microsoft.com/office/officeart/2005/8/layout/orgChart1"/>
    <dgm:cxn modelId="{012AB6A5-EE74-4FE0-B3E8-78A91525B686}" type="presParOf" srcId="{5EAAEC2A-6C5A-4586-A0EA-5A1BE36E0863}" destId="{DF17A299-A81B-4105-BDC4-D99B3CEDCA94}" srcOrd="1" destOrd="0" presId="urn:microsoft.com/office/officeart/2005/8/layout/orgChart1"/>
    <dgm:cxn modelId="{E94F9214-0B82-408F-9D42-A991AD050B2D}" type="presParOf" srcId="{5EAAEC2A-6C5A-4586-A0EA-5A1BE36E0863}" destId="{BE500031-D0BA-401B-B0AA-A40E3D01CD15}" srcOrd="2" destOrd="0" presId="urn:microsoft.com/office/officeart/2005/8/layout/orgChart1"/>
    <dgm:cxn modelId="{600C6781-98A1-498C-929D-5F9772B9FF0C}" type="presParOf" srcId="{C5079136-FDB4-4123-9919-1C09A5E711B6}" destId="{70DC0AD7-910A-4228-A438-E3951B305DBE}" srcOrd="4" destOrd="0" presId="urn:microsoft.com/office/officeart/2005/8/layout/orgChart1"/>
    <dgm:cxn modelId="{0E20727B-2C41-470F-A029-7399057A9D56}" type="presParOf" srcId="{C5079136-FDB4-4123-9919-1C09A5E711B6}" destId="{056680A3-982F-428C-9DC7-45F7CB8CED55}" srcOrd="5" destOrd="0" presId="urn:microsoft.com/office/officeart/2005/8/layout/orgChart1"/>
    <dgm:cxn modelId="{89880D49-571A-4D70-8858-557EF76E351A}" type="presParOf" srcId="{056680A3-982F-428C-9DC7-45F7CB8CED55}" destId="{0E3CE94A-BABF-49D7-AE83-30AB0AD37D38}" srcOrd="0" destOrd="0" presId="urn:microsoft.com/office/officeart/2005/8/layout/orgChart1"/>
    <dgm:cxn modelId="{D21A7D0F-AD0E-4925-AB9C-CC8AAE4156EB}" type="presParOf" srcId="{0E3CE94A-BABF-49D7-AE83-30AB0AD37D38}" destId="{1F25320D-2620-4634-AB95-3F1BBC32A7C6}" srcOrd="0" destOrd="0" presId="urn:microsoft.com/office/officeart/2005/8/layout/orgChart1"/>
    <dgm:cxn modelId="{E51DAD0B-A3C4-4F73-B62A-987B417BF71C}" type="presParOf" srcId="{0E3CE94A-BABF-49D7-AE83-30AB0AD37D38}" destId="{D0E7C99D-00B5-4922-A7B2-65D1F1016DB4}" srcOrd="1" destOrd="0" presId="urn:microsoft.com/office/officeart/2005/8/layout/orgChart1"/>
    <dgm:cxn modelId="{6C43134B-C72F-40FD-84F2-1F8700685836}" type="presParOf" srcId="{056680A3-982F-428C-9DC7-45F7CB8CED55}" destId="{524B1BD7-6D48-41F5-9935-7C7DC0C22073}" srcOrd="1" destOrd="0" presId="urn:microsoft.com/office/officeart/2005/8/layout/orgChart1"/>
    <dgm:cxn modelId="{0C5DD292-5BE5-4CD2-B125-479B29981F0D}" type="presParOf" srcId="{056680A3-982F-428C-9DC7-45F7CB8CED55}" destId="{E14CF30E-8B57-40C4-91C9-3D0ED3BED43B}" srcOrd="2" destOrd="0" presId="urn:microsoft.com/office/officeart/2005/8/layout/orgChart1"/>
    <dgm:cxn modelId="{BFE926AE-006E-4863-9959-4C8317315968}" type="presParOf" srcId="{40BDE07C-6E25-4273-B9B7-21EF2ABCB458}" destId="{EF8A645D-6EF6-434A-BD38-D9C8E3E58483}" srcOrd="2" destOrd="0" presId="urn:microsoft.com/office/officeart/2005/8/layout/orgChart1"/>
    <dgm:cxn modelId="{9AEDF39E-69ED-4F25-9E90-B6AF14CBEC04}" type="presParOf" srcId="{479C9BFE-F983-46A7-B266-F62D2E9285DB}" destId="{4A3C68C2-C448-4848-98AF-B906860BF1C5}" srcOrd="4" destOrd="0" presId="urn:microsoft.com/office/officeart/2005/8/layout/orgChart1"/>
    <dgm:cxn modelId="{4CAD549B-6825-4C58-858D-AA3D5030C21D}" type="presParOf" srcId="{479C9BFE-F983-46A7-B266-F62D2E9285DB}" destId="{2D30FEA8-03BE-4F3A-A191-056A3D1A055A}" srcOrd="5" destOrd="0" presId="urn:microsoft.com/office/officeart/2005/8/layout/orgChart1"/>
    <dgm:cxn modelId="{9E556DF4-015A-4E6B-B31A-5E8CBA0B001A}" type="presParOf" srcId="{2D30FEA8-03BE-4F3A-A191-056A3D1A055A}" destId="{F9EDF2CA-56A7-4949-8E6C-A20A408212DD}" srcOrd="0" destOrd="0" presId="urn:microsoft.com/office/officeart/2005/8/layout/orgChart1"/>
    <dgm:cxn modelId="{793E1A63-FAEA-499A-8D19-F0254F0DB618}" type="presParOf" srcId="{F9EDF2CA-56A7-4949-8E6C-A20A408212DD}" destId="{EEB7919D-FC92-4930-A757-89F134274D3B}" srcOrd="0" destOrd="0" presId="urn:microsoft.com/office/officeart/2005/8/layout/orgChart1"/>
    <dgm:cxn modelId="{2EE3A4B8-3549-463D-8264-974FD448B3EE}" type="presParOf" srcId="{F9EDF2CA-56A7-4949-8E6C-A20A408212DD}" destId="{55CEC2ED-5359-498F-A325-2C4D1D485E36}" srcOrd="1" destOrd="0" presId="urn:microsoft.com/office/officeart/2005/8/layout/orgChart1"/>
    <dgm:cxn modelId="{DED4E2FA-4692-4AFE-BA46-8F1138845CAC}" type="presParOf" srcId="{2D30FEA8-03BE-4F3A-A191-056A3D1A055A}" destId="{DC1469ED-CCD9-4D29-985E-D4346D871A17}" srcOrd="1" destOrd="0" presId="urn:microsoft.com/office/officeart/2005/8/layout/orgChart1"/>
    <dgm:cxn modelId="{9CEDDC24-62CC-4143-84E2-76D6829F8387}" type="presParOf" srcId="{DC1469ED-CCD9-4D29-985E-D4346D871A17}" destId="{8A001989-6523-4AB9-AADC-4FA72C06A585}" srcOrd="0" destOrd="0" presId="urn:microsoft.com/office/officeart/2005/8/layout/orgChart1"/>
    <dgm:cxn modelId="{1FCB2F1D-E05C-49F6-9227-A4CC361AA625}" type="presParOf" srcId="{DC1469ED-CCD9-4D29-985E-D4346D871A17}" destId="{AE09ABA8-1CAB-4ACE-9F9E-FBAC0E0A9A5C}" srcOrd="1" destOrd="0" presId="urn:microsoft.com/office/officeart/2005/8/layout/orgChart1"/>
    <dgm:cxn modelId="{9F0EB627-D145-4DA3-99D9-5B0C750F95EC}" type="presParOf" srcId="{AE09ABA8-1CAB-4ACE-9F9E-FBAC0E0A9A5C}" destId="{DAA14560-AFF9-43C3-81A9-485129530568}" srcOrd="0" destOrd="0" presId="urn:microsoft.com/office/officeart/2005/8/layout/orgChart1"/>
    <dgm:cxn modelId="{84954925-B61B-47DA-87B6-41C6E7B50932}" type="presParOf" srcId="{DAA14560-AFF9-43C3-81A9-485129530568}" destId="{74AEC6B7-B5F1-4B37-B0AF-7FAC5B4FD3A5}" srcOrd="0" destOrd="0" presId="urn:microsoft.com/office/officeart/2005/8/layout/orgChart1"/>
    <dgm:cxn modelId="{F94B6D90-7E66-40D5-A87F-1B5D0DAAF873}" type="presParOf" srcId="{DAA14560-AFF9-43C3-81A9-485129530568}" destId="{FF285149-B918-4BC1-B538-0D3166642766}" srcOrd="1" destOrd="0" presId="urn:microsoft.com/office/officeart/2005/8/layout/orgChart1"/>
    <dgm:cxn modelId="{4E0D99F9-582E-4446-AAE1-CF911AB9BDCF}" type="presParOf" srcId="{AE09ABA8-1CAB-4ACE-9F9E-FBAC0E0A9A5C}" destId="{5BE54BE1-FF00-488B-9E76-F6C9794C45AF}" srcOrd="1" destOrd="0" presId="urn:microsoft.com/office/officeart/2005/8/layout/orgChart1"/>
    <dgm:cxn modelId="{47B52324-EA18-423D-9C2F-2E2F1BAB07A5}" type="presParOf" srcId="{5BE54BE1-FF00-488B-9E76-F6C9794C45AF}" destId="{C5E3F40D-D33E-4007-B5B3-721D02FB5E89}" srcOrd="0" destOrd="0" presId="urn:microsoft.com/office/officeart/2005/8/layout/orgChart1"/>
    <dgm:cxn modelId="{9965A837-21DC-4C58-A83E-2312DFD75C5E}" type="presParOf" srcId="{5BE54BE1-FF00-488B-9E76-F6C9794C45AF}" destId="{841BE4B6-9814-4BC5-BD8D-8F41CCFE4C6F}" srcOrd="1" destOrd="0" presId="urn:microsoft.com/office/officeart/2005/8/layout/orgChart1"/>
    <dgm:cxn modelId="{ABAAB1F9-B14D-49EA-BEC0-A77BEBE38F28}" type="presParOf" srcId="{841BE4B6-9814-4BC5-BD8D-8F41CCFE4C6F}" destId="{B51F4F14-60BC-4359-BC7A-6F310D48A7C8}" srcOrd="0" destOrd="0" presId="urn:microsoft.com/office/officeart/2005/8/layout/orgChart1"/>
    <dgm:cxn modelId="{11697014-BC9D-4C73-9D1E-691658EC24CB}" type="presParOf" srcId="{B51F4F14-60BC-4359-BC7A-6F310D48A7C8}" destId="{81CABA1C-CB28-4657-86FF-CCD9FA1FFC44}" srcOrd="0" destOrd="0" presId="urn:microsoft.com/office/officeart/2005/8/layout/orgChart1"/>
    <dgm:cxn modelId="{99C41284-3E6A-4E40-9E3C-872D819FCE15}" type="presParOf" srcId="{B51F4F14-60BC-4359-BC7A-6F310D48A7C8}" destId="{BBD66BD0-A2C1-4253-8DB9-282EEBBD49E9}" srcOrd="1" destOrd="0" presId="urn:microsoft.com/office/officeart/2005/8/layout/orgChart1"/>
    <dgm:cxn modelId="{4917BA78-38AB-4E45-80FA-461184B17A49}" type="presParOf" srcId="{841BE4B6-9814-4BC5-BD8D-8F41CCFE4C6F}" destId="{58460034-153F-4B46-A01D-F8E847383E41}" srcOrd="1" destOrd="0" presId="urn:microsoft.com/office/officeart/2005/8/layout/orgChart1"/>
    <dgm:cxn modelId="{41078E30-5552-47D5-855F-D73DB1804995}" type="presParOf" srcId="{841BE4B6-9814-4BC5-BD8D-8F41CCFE4C6F}" destId="{750BF385-5E07-4056-AD5A-7ACA4B0EFA41}" srcOrd="2" destOrd="0" presId="urn:microsoft.com/office/officeart/2005/8/layout/orgChart1"/>
    <dgm:cxn modelId="{122156FA-C7F6-4BF1-B56D-1B74213665E3}" type="presParOf" srcId="{5BE54BE1-FF00-488B-9E76-F6C9794C45AF}" destId="{195A9CAF-2043-4C10-8CE1-5271F08E0C90}" srcOrd="2" destOrd="0" presId="urn:microsoft.com/office/officeart/2005/8/layout/orgChart1"/>
    <dgm:cxn modelId="{4899A88D-EBA5-4DAA-84C4-78D2F9EF03BC}" type="presParOf" srcId="{5BE54BE1-FF00-488B-9E76-F6C9794C45AF}" destId="{03F9634B-4054-471B-B893-B08DA1E6F8FB}" srcOrd="3" destOrd="0" presId="urn:microsoft.com/office/officeart/2005/8/layout/orgChart1"/>
    <dgm:cxn modelId="{776FCC4A-7607-424E-8FC3-369F9EF3099D}" type="presParOf" srcId="{03F9634B-4054-471B-B893-B08DA1E6F8FB}" destId="{2CC2F67C-584B-436C-87FD-5E1A8863621B}" srcOrd="0" destOrd="0" presId="urn:microsoft.com/office/officeart/2005/8/layout/orgChart1"/>
    <dgm:cxn modelId="{84165ABF-716E-4FC8-B0BA-83B1DAE75971}" type="presParOf" srcId="{2CC2F67C-584B-436C-87FD-5E1A8863621B}" destId="{3B808AE7-9D60-45FB-A448-179F57C2E3D7}" srcOrd="0" destOrd="0" presId="urn:microsoft.com/office/officeart/2005/8/layout/orgChart1"/>
    <dgm:cxn modelId="{A0B76533-6217-4DB9-8928-5A5E39A9262A}" type="presParOf" srcId="{2CC2F67C-584B-436C-87FD-5E1A8863621B}" destId="{C38D159C-38B9-453C-A5B7-9E44B3D255E7}" srcOrd="1" destOrd="0" presId="urn:microsoft.com/office/officeart/2005/8/layout/orgChart1"/>
    <dgm:cxn modelId="{A8405055-4A1F-4B48-99DF-35BA120FE607}" type="presParOf" srcId="{03F9634B-4054-471B-B893-B08DA1E6F8FB}" destId="{13D8F16D-35FB-4028-AAC0-2EDA4DE458DC}" srcOrd="1" destOrd="0" presId="urn:microsoft.com/office/officeart/2005/8/layout/orgChart1"/>
    <dgm:cxn modelId="{69FCDAE9-B2FE-4283-B78E-C54E0A3C7A36}" type="presParOf" srcId="{03F9634B-4054-471B-B893-B08DA1E6F8FB}" destId="{ECEFC060-EE83-4049-8667-B0E2ED09A338}" srcOrd="2" destOrd="0" presId="urn:microsoft.com/office/officeart/2005/8/layout/orgChart1"/>
    <dgm:cxn modelId="{2F12E3D0-E473-4514-961D-DE0FEE5292C8}" type="presParOf" srcId="{AE09ABA8-1CAB-4ACE-9F9E-FBAC0E0A9A5C}" destId="{8359B52C-C36F-49A7-A61B-4D3F1470E7AC}" srcOrd="2" destOrd="0" presId="urn:microsoft.com/office/officeart/2005/8/layout/orgChart1"/>
    <dgm:cxn modelId="{FE2F2C5A-76D4-4630-837E-774B63F13F3A}" type="presParOf" srcId="{2D30FEA8-03BE-4F3A-A191-056A3D1A055A}" destId="{08DA1375-0053-40C3-84C5-321B5D5265A0}" srcOrd="2" destOrd="0" presId="urn:microsoft.com/office/officeart/2005/8/layout/orgChart1"/>
    <dgm:cxn modelId="{894CD411-8B8D-4F9F-9334-B1A179AD3734}" type="presParOf" srcId="{7BCD0D49-EF7A-4D52-8AF8-807D58596A06}" destId="{B98E399C-2721-42FB-B5CE-9BBBBD354F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A9CAF-2043-4C10-8CE1-5271F08E0C90}">
      <dsp:nvSpPr>
        <dsp:cNvPr id="0" name=""/>
        <dsp:cNvSpPr/>
      </dsp:nvSpPr>
      <dsp:spPr>
        <a:xfrm>
          <a:off x="7188116" y="3695845"/>
          <a:ext cx="288540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288540" y="225061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E3F40D-D33E-4007-B5B3-721D02FB5E89}">
      <dsp:nvSpPr>
        <dsp:cNvPr id="0" name=""/>
        <dsp:cNvSpPr/>
      </dsp:nvSpPr>
      <dsp:spPr>
        <a:xfrm>
          <a:off x="7188116" y="3695845"/>
          <a:ext cx="288540" cy="884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857"/>
              </a:lnTo>
              <a:lnTo>
                <a:pt x="288540" y="88485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01989-6523-4AB9-AADC-4FA72C06A585}">
      <dsp:nvSpPr>
        <dsp:cNvPr id="0" name=""/>
        <dsp:cNvSpPr/>
      </dsp:nvSpPr>
      <dsp:spPr>
        <a:xfrm>
          <a:off x="7911838" y="2330086"/>
          <a:ext cx="91440" cy="4039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95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C68C2-C448-4848-98AF-B906860BF1C5}">
      <dsp:nvSpPr>
        <dsp:cNvPr id="0" name=""/>
        <dsp:cNvSpPr/>
      </dsp:nvSpPr>
      <dsp:spPr>
        <a:xfrm>
          <a:off x="5389547" y="964327"/>
          <a:ext cx="2568010" cy="403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978"/>
              </a:lnTo>
              <a:lnTo>
                <a:pt x="2568010" y="201978"/>
              </a:lnTo>
              <a:lnTo>
                <a:pt x="256801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DC0AD7-910A-4228-A438-E3951B305DBE}">
      <dsp:nvSpPr>
        <dsp:cNvPr id="0" name=""/>
        <dsp:cNvSpPr/>
      </dsp:nvSpPr>
      <dsp:spPr>
        <a:xfrm>
          <a:off x="4379655" y="2330086"/>
          <a:ext cx="288540" cy="3616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16374"/>
              </a:lnTo>
              <a:lnTo>
                <a:pt x="288540" y="361637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64E25-09BA-4E1A-BFF7-A98552A16792}">
      <dsp:nvSpPr>
        <dsp:cNvPr id="0" name=""/>
        <dsp:cNvSpPr/>
      </dsp:nvSpPr>
      <dsp:spPr>
        <a:xfrm>
          <a:off x="4379655" y="2330086"/>
          <a:ext cx="288540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288540" y="225061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B1165-B243-4607-8669-0FEA4700A32A}">
      <dsp:nvSpPr>
        <dsp:cNvPr id="0" name=""/>
        <dsp:cNvSpPr/>
      </dsp:nvSpPr>
      <dsp:spPr>
        <a:xfrm>
          <a:off x="4379655" y="2330086"/>
          <a:ext cx="288540" cy="884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857"/>
              </a:lnTo>
              <a:lnTo>
                <a:pt x="288540" y="88485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E2615A-7956-4A3A-9922-AA4675E42B53}">
      <dsp:nvSpPr>
        <dsp:cNvPr id="0" name=""/>
        <dsp:cNvSpPr/>
      </dsp:nvSpPr>
      <dsp:spPr>
        <a:xfrm>
          <a:off x="5149096" y="964327"/>
          <a:ext cx="240450" cy="403956"/>
        </a:xfrm>
        <a:custGeom>
          <a:avLst/>
          <a:gdLst/>
          <a:ahLst/>
          <a:cxnLst/>
          <a:rect l="0" t="0" r="0" b="0"/>
          <a:pathLst>
            <a:path>
              <a:moveTo>
                <a:pt x="240450" y="0"/>
              </a:moveTo>
              <a:lnTo>
                <a:pt x="240450" y="201978"/>
              </a:lnTo>
              <a:lnTo>
                <a:pt x="0" y="201978"/>
              </a:lnTo>
              <a:lnTo>
                <a:pt x="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A8F76B-222B-4B95-91E1-52E38460ACDD}">
      <dsp:nvSpPr>
        <dsp:cNvPr id="0" name=""/>
        <dsp:cNvSpPr/>
      </dsp:nvSpPr>
      <dsp:spPr>
        <a:xfrm>
          <a:off x="2052095" y="2330086"/>
          <a:ext cx="288540" cy="3842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42263"/>
              </a:lnTo>
              <a:lnTo>
                <a:pt x="288540" y="384226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46DD2-A4C4-4524-A0AC-6FFB8B475CF6}">
      <dsp:nvSpPr>
        <dsp:cNvPr id="0" name=""/>
        <dsp:cNvSpPr/>
      </dsp:nvSpPr>
      <dsp:spPr>
        <a:xfrm>
          <a:off x="2052095" y="2330086"/>
          <a:ext cx="288540" cy="2476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6505"/>
              </a:lnTo>
              <a:lnTo>
                <a:pt x="288540" y="247650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575F5-FDA1-4EFC-AAC9-6BACB7A5772E}">
      <dsp:nvSpPr>
        <dsp:cNvPr id="0" name=""/>
        <dsp:cNvSpPr/>
      </dsp:nvSpPr>
      <dsp:spPr>
        <a:xfrm>
          <a:off x="2052095" y="2330086"/>
          <a:ext cx="288540" cy="9978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7802"/>
              </a:lnTo>
              <a:lnTo>
                <a:pt x="288540" y="99780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3092F-0EB8-4DCF-B9AF-B39CACD9C55C}">
      <dsp:nvSpPr>
        <dsp:cNvPr id="0" name=""/>
        <dsp:cNvSpPr/>
      </dsp:nvSpPr>
      <dsp:spPr>
        <a:xfrm>
          <a:off x="2821536" y="964327"/>
          <a:ext cx="2568010" cy="403956"/>
        </a:xfrm>
        <a:custGeom>
          <a:avLst/>
          <a:gdLst/>
          <a:ahLst/>
          <a:cxnLst/>
          <a:rect l="0" t="0" r="0" b="0"/>
          <a:pathLst>
            <a:path>
              <a:moveTo>
                <a:pt x="2568010" y="0"/>
              </a:moveTo>
              <a:lnTo>
                <a:pt x="2568010" y="201978"/>
              </a:lnTo>
              <a:lnTo>
                <a:pt x="0" y="201978"/>
              </a:lnTo>
              <a:lnTo>
                <a:pt x="0" y="40395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546C9-762A-4FE1-AC11-262722D06F9B}">
      <dsp:nvSpPr>
        <dsp:cNvPr id="0" name=""/>
        <dsp:cNvSpPr/>
      </dsp:nvSpPr>
      <dsp:spPr>
        <a:xfrm>
          <a:off x="2448799" y="2525"/>
          <a:ext cx="5881495" cy="96180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114</a:t>
          </a:r>
          <a:r>
            <a:rPr lang="zh-TW" altLang="en-US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學年度</a:t>
          </a:r>
          <a:r>
            <a:rPr lang="en-US" altLang="zh-TW" sz="2400" kern="12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80</a:t>
          </a:r>
          <a:r>
            <a:rPr lang="zh-TW" altLang="en-US" sz="2400" kern="120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屆</a:t>
          </a:r>
          <a:r>
            <a:rPr lang="zh-TW" altLang="en-US" sz="2400" kern="1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rPr>
            <a:t>畢業系列活動</a:t>
          </a:r>
          <a:endParaRPr lang="zh-TW" altLang="en-US" sz="2400" kern="1200" dirty="0">
            <a:solidFill>
              <a:srgbClr val="FF0000"/>
            </a:solidFill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448799" y="2525"/>
        <a:ext cx="5881495" cy="961801"/>
      </dsp:txXfrm>
    </dsp:sp>
    <dsp:sp modelId="{BFD445FC-768E-42C4-AED6-CEB380128C52}">
      <dsp:nvSpPr>
        <dsp:cNvPr id="0" name=""/>
        <dsp:cNvSpPr/>
      </dsp:nvSpPr>
      <dsp:spPr>
        <a:xfrm>
          <a:off x="1859734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教務處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1859734" y="1368284"/>
        <a:ext cx="1923603" cy="961801"/>
      </dsp:txXfrm>
    </dsp:sp>
    <dsp:sp modelId="{D629A831-EB18-4D3F-807A-AF6C3182A807}">
      <dsp:nvSpPr>
        <dsp:cNvPr id="0" name=""/>
        <dsp:cNvSpPr/>
      </dsp:nvSpPr>
      <dsp:spPr>
        <a:xfrm>
          <a:off x="2340635" y="2734043"/>
          <a:ext cx="1891652" cy="1187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畢業作品展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圖書館旁展示空間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340635" y="2734043"/>
        <a:ext cx="1891652" cy="1187690"/>
      </dsp:txXfrm>
    </dsp:sp>
    <dsp:sp modelId="{A23A745F-EC6A-4703-849C-70DF534FADE7}">
      <dsp:nvSpPr>
        <dsp:cNvPr id="0" name=""/>
        <dsp:cNvSpPr/>
      </dsp:nvSpPr>
      <dsp:spPr>
        <a:xfrm>
          <a:off x="2340635" y="4325690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畢業海報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340635" y="4325690"/>
        <a:ext cx="1923603" cy="961801"/>
      </dsp:txXfrm>
    </dsp:sp>
    <dsp:sp modelId="{EF27381B-2AD3-4622-99B1-3513F88024C8}">
      <dsp:nvSpPr>
        <dsp:cNvPr id="0" name=""/>
        <dsp:cNvSpPr/>
      </dsp:nvSpPr>
      <dsp:spPr>
        <a:xfrm>
          <a:off x="2340635" y="5691449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畢業典禮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2340635" y="5691449"/>
        <a:ext cx="1923603" cy="961801"/>
      </dsp:txXfrm>
    </dsp:sp>
    <dsp:sp modelId="{7A33AB25-7FDA-4C63-B07A-23EA4D1D8306}">
      <dsp:nvSpPr>
        <dsp:cNvPr id="0" name=""/>
        <dsp:cNvSpPr/>
      </dsp:nvSpPr>
      <dsp:spPr>
        <a:xfrm>
          <a:off x="4187295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學務處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187295" y="1368284"/>
        <a:ext cx="1923603" cy="961801"/>
      </dsp:txXfrm>
    </dsp:sp>
    <dsp:sp modelId="{DC3508BE-2FA2-4622-9018-3271ED75306A}">
      <dsp:nvSpPr>
        <dsp:cNvPr id="0" name=""/>
        <dsp:cNvSpPr/>
      </dsp:nvSpPr>
      <dsp:spPr>
        <a:xfrm>
          <a:off x="4668196" y="2734043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樂跑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668196" y="2734043"/>
        <a:ext cx="1923603" cy="961801"/>
      </dsp:txXfrm>
    </dsp:sp>
    <dsp:sp modelId="{895D9BF1-9F19-4AE5-8DA9-85E57801A70B}">
      <dsp:nvSpPr>
        <dsp:cNvPr id="0" name=""/>
        <dsp:cNvSpPr/>
      </dsp:nvSpPr>
      <dsp:spPr>
        <a:xfrm>
          <a:off x="4668196" y="4099801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足壘球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668196" y="4099801"/>
        <a:ext cx="1923603" cy="961801"/>
      </dsp:txXfrm>
    </dsp:sp>
    <dsp:sp modelId="{1F25320D-2620-4634-AB95-3F1BBC32A7C6}">
      <dsp:nvSpPr>
        <dsp:cNvPr id="0" name=""/>
        <dsp:cNvSpPr/>
      </dsp:nvSpPr>
      <dsp:spPr>
        <a:xfrm>
          <a:off x="4668196" y="5465560"/>
          <a:ext cx="2160591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3 VS. 3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籃球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4668196" y="5465560"/>
        <a:ext cx="2160591" cy="961801"/>
      </dsp:txXfrm>
    </dsp:sp>
    <dsp:sp modelId="{EEB7919D-FC92-4930-A757-89F134274D3B}">
      <dsp:nvSpPr>
        <dsp:cNvPr id="0" name=""/>
        <dsp:cNvSpPr/>
      </dsp:nvSpPr>
      <dsp:spPr>
        <a:xfrm>
          <a:off x="6995756" y="1368284"/>
          <a:ext cx="1923603" cy="96180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輔導室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995756" y="1368284"/>
        <a:ext cx="1923603" cy="961801"/>
      </dsp:txXfrm>
    </dsp:sp>
    <dsp:sp modelId="{74AEC6B7-B5F1-4B37-B0AF-7FAC5B4FD3A5}">
      <dsp:nvSpPr>
        <dsp:cNvPr id="0" name=""/>
        <dsp:cNvSpPr/>
      </dsp:nvSpPr>
      <dsp:spPr>
        <a:xfrm>
          <a:off x="6995756" y="2734043"/>
          <a:ext cx="1923603" cy="96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畢業生心情</a:t>
          </a:r>
          <a:endParaRPr lang="en-US" altLang="zh-TW" sz="2400" kern="1200" dirty="0" smtClean="0">
            <a:latin typeface="標楷體" panose="03000509000000000000" pitchFamily="65" charset="-120"/>
            <a:ea typeface="標楷體" panose="03000509000000000000" pitchFamily="65" charset="-120"/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留聲機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6995756" y="2734043"/>
        <a:ext cx="1923603" cy="961801"/>
      </dsp:txXfrm>
    </dsp:sp>
    <dsp:sp modelId="{81CABA1C-CB28-4657-86FF-CCD9FA1FFC44}">
      <dsp:nvSpPr>
        <dsp:cNvPr id="0" name=""/>
        <dsp:cNvSpPr/>
      </dsp:nvSpPr>
      <dsp:spPr>
        <a:xfrm>
          <a:off x="7476657" y="4099801"/>
          <a:ext cx="1700330" cy="9618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校刊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476657" y="4099801"/>
        <a:ext cx="1700330" cy="961801"/>
      </dsp:txXfrm>
    </dsp:sp>
    <dsp:sp modelId="{3B808AE7-9D60-45FB-A448-179F57C2E3D7}">
      <dsp:nvSpPr>
        <dsp:cNvPr id="0" name=""/>
        <dsp:cNvSpPr/>
      </dsp:nvSpPr>
      <dsp:spPr>
        <a:xfrm>
          <a:off x="7476657" y="5465560"/>
          <a:ext cx="2855608" cy="9618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剪輯後播放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(</a:t>
          </a:r>
          <a:r>
            <a:rPr lang="zh-TW" altLang="en-US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班級或畢典由學年決定</a:t>
          </a:r>
          <a:r>
            <a:rPr lang="en-US" altLang="zh-TW" sz="2400" kern="1200" dirty="0" smtClean="0">
              <a:latin typeface="標楷體" panose="03000509000000000000" pitchFamily="65" charset="-120"/>
              <a:ea typeface="標楷體" panose="03000509000000000000" pitchFamily="65" charset="-120"/>
            </a:rPr>
            <a:t>)</a:t>
          </a:r>
          <a:endParaRPr lang="zh-TW" altLang="en-US" sz="2400" kern="1200" dirty="0">
            <a:latin typeface="標楷體" panose="03000509000000000000" pitchFamily="65" charset="-120"/>
            <a:ea typeface="標楷體" panose="03000509000000000000" pitchFamily="65" charset="-120"/>
          </a:endParaRPr>
        </a:p>
      </dsp:txBody>
      <dsp:txXfrm>
        <a:off x="7476657" y="5465560"/>
        <a:ext cx="2855608" cy="961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8532D-92C5-45FD-B07F-80AB1202AE47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2403C-287B-4162-8D01-094F6420A8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619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37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42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3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20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18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69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54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44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73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14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5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BB200-610C-42E7-920E-12250F2943EB}" type="datetimeFigureOut">
              <a:rPr lang="zh-TW" altLang="en-US" smtClean="0"/>
              <a:t>2025/6/5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BD64E-FA7A-4B3E-89FD-EFFEF51881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88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2469600697"/>
              </p:ext>
            </p:extLst>
          </p:nvPr>
        </p:nvGraphicFramePr>
        <p:xfrm>
          <a:off x="-1" y="61546"/>
          <a:ext cx="12192001" cy="6655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002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18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51</Words>
  <Application>Microsoft Office PowerPoint</Application>
  <PresentationFormat>寬螢幕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108學年度75屆畢業系列活動</dc:title>
  <dc:creator>khedu</dc:creator>
  <cp:lastModifiedBy>user</cp:lastModifiedBy>
  <cp:revision>21</cp:revision>
  <cp:lastPrinted>2021-05-10T08:52:54Z</cp:lastPrinted>
  <dcterms:created xsi:type="dcterms:W3CDTF">2020-04-23T03:00:20Z</dcterms:created>
  <dcterms:modified xsi:type="dcterms:W3CDTF">2025-06-05T03:36:18Z</dcterms:modified>
</cp:coreProperties>
</file>